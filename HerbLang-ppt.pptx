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7" r:id="rId3"/>
    <p:sldId id="313" r:id="rId4"/>
    <p:sldId id="305" r:id="rId5"/>
    <p:sldId id="306" r:id="rId6"/>
    <p:sldId id="307" r:id="rId7"/>
    <p:sldId id="310" r:id="rId8"/>
    <p:sldId id="311" r:id="rId9"/>
    <p:sldId id="316" r:id="rId10"/>
    <p:sldId id="309" r:id="rId11"/>
    <p:sldId id="317" r:id="rId12"/>
    <p:sldId id="308" r:id="rId13"/>
    <p:sldId id="315" r:id="rId14"/>
    <p:sldId id="312" r:id="rId15"/>
    <p:sldId id="266" r:id="rId1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Mulish" panose="020B0604020202020204" charset="0"/>
      <p:regular r:id="rId19"/>
      <p:bold r:id="rId20"/>
      <p:italic r:id="rId21"/>
      <p:boldItalic r:id="rId22"/>
    </p:embeddedFont>
    <p:embeddedFont>
      <p:font typeface="Nunito Light" pitchFamily="2" charset="0"/>
      <p:regular r:id="rId23"/>
      <p:italic r:id="rId24"/>
    </p:embeddedFont>
    <p:embeddedFont>
      <p:font typeface="Quicksand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3E2628-28A3-4A47-9963-16B4D672967B}" v="5" dt="2026-04-29T15:54:46.994"/>
  </p1510:revLst>
</p1510:revInfo>
</file>

<file path=ppt/tableStyles.xml><?xml version="1.0" encoding="utf-8"?>
<a:tblStyleLst xmlns:a="http://schemas.openxmlformats.org/drawingml/2006/main" def="{3AA0370D-0604-4097-8FA3-C97D30F9D87C}">
  <a:tblStyle styleId="{3AA0370D-0604-4097-8FA3-C97D30F9D8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khodari" userId="abc34b428177aa0f" providerId="LiveId" clId="{5CE79707-FAD9-4890-8F52-3438473E3780}"/>
    <pc:docChg chg="undo redo custSel addSld delSld modSld sldOrd delMainMaster modMainMaster">
      <pc:chgData name="Fatma Alkhodari" userId="abc34b428177aa0f" providerId="LiveId" clId="{5CE79707-FAD9-4890-8F52-3438473E3780}" dt="2026-04-30T09:01:20.300" v="1195" actId="47"/>
      <pc:docMkLst>
        <pc:docMk/>
      </pc:docMkLst>
      <pc:sldChg chg="modSp mod setBg">
        <pc:chgData name="Fatma Alkhodari" userId="abc34b428177aa0f" providerId="LiveId" clId="{5CE79707-FAD9-4890-8F52-3438473E3780}" dt="2026-04-29T18:17:17.035" v="698" actId="255"/>
        <pc:sldMkLst>
          <pc:docMk/>
          <pc:sldMk cId="0" sldId="256"/>
        </pc:sldMkLst>
        <pc:spChg chg="mod">
          <ac:chgData name="Fatma Alkhodari" userId="abc34b428177aa0f" providerId="LiveId" clId="{5CE79707-FAD9-4890-8F52-3438473E3780}" dt="2026-04-29T18:17:17.035" v="698" actId="255"/>
          <ac:spMkLst>
            <pc:docMk/>
            <pc:sldMk cId="0" sldId="256"/>
            <ac:spMk id="286" creationId="{00000000-0000-0000-0000-000000000000}"/>
          </ac:spMkLst>
        </pc:spChg>
      </pc:sldChg>
      <pc:sldChg chg="modSp mod">
        <pc:chgData name="Fatma Alkhodari" userId="abc34b428177aa0f" providerId="LiveId" clId="{5CE79707-FAD9-4890-8F52-3438473E3780}" dt="2026-04-29T16:30:25.064" v="55" actId="2710"/>
        <pc:sldMkLst>
          <pc:docMk/>
          <pc:sldMk cId="0" sldId="257"/>
        </pc:sldMkLst>
        <pc:spChg chg="mod">
          <ac:chgData name="Fatma Alkhodari" userId="abc34b428177aa0f" providerId="LiveId" clId="{5CE79707-FAD9-4890-8F52-3438473E3780}" dt="2026-04-29T16:29:28.753" v="50"/>
          <ac:spMkLst>
            <pc:docMk/>
            <pc:sldMk cId="0" sldId="257"/>
            <ac:spMk id="295" creationId="{00000000-0000-0000-0000-000000000000}"/>
          </ac:spMkLst>
        </pc:spChg>
        <pc:spChg chg="mod">
          <ac:chgData name="Fatma Alkhodari" userId="abc34b428177aa0f" providerId="LiveId" clId="{5CE79707-FAD9-4890-8F52-3438473E3780}" dt="2026-04-29T16:30:25.064" v="55" actId="2710"/>
          <ac:spMkLst>
            <pc:docMk/>
            <pc:sldMk cId="0" sldId="257"/>
            <ac:spMk id="296" creationId="{00000000-0000-0000-0000-000000000000}"/>
          </ac:spMkLst>
        </pc:spChg>
      </pc:sldChg>
      <pc:sldChg chg="modSp mod">
        <pc:chgData name="Fatma Alkhodari" userId="abc34b428177aa0f" providerId="LiveId" clId="{5CE79707-FAD9-4890-8F52-3438473E3780}" dt="2026-04-30T07:35:38.840" v="777" actId="20577"/>
        <pc:sldMkLst>
          <pc:docMk/>
          <pc:sldMk cId="945136345" sldId="266"/>
        </pc:sldMkLst>
        <pc:spChg chg="mod">
          <ac:chgData name="Fatma Alkhodari" userId="abc34b428177aa0f" providerId="LiveId" clId="{5CE79707-FAD9-4890-8F52-3438473E3780}" dt="2026-04-30T07:35:38.840" v="777" actId="20577"/>
          <ac:spMkLst>
            <pc:docMk/>
            <pc:sldMk cId="945136345" sldId="266"/>
            <ac:spMk id="397" creationId="{00000000-0000-0000-0000-000000000000}"/>
          </ac:spMkLst>
        </pc:spChg>
      </pc:sldChg>
      <pc:sldChg chg="del setBg modNotes">
        <pc:chgData name="Fatma Alkhodari" userId="abc34b428177aa0f" providerId="LiveId" clId="{5CE79707-FAD9-4890-8F52-3438473E3780}" dt="2026-04-29T18:23:25.154" v="718" actId="47"/>
        <pc:sldMkLst>
          <pc:docMk/>
          <pc:sldMk cId="0" sldId="290"/>
        </pc:sldMkLst>
      </pc:sldChg>
      <pc:sldChg chg="del modNotes">
        <pc:chgData name="Fatma Alkhodari" userId="abc34b428177aa0f" providerId="LiveId" clId="{5CE79707-FAD9-4890-8F52-3438473E3780}" dt="2026-04-29T18:23:24.116" v="717" actId="47"/>
        <pc:sldMkLst>
          <pc:docMk/>
          <pc:sldMk cId="0" sldId="291"/>
        </pc:sldMkLst>
      </pc:sldChg>
      <pc:sldChg chg="del modNotes">
        <pc:chgData name="Fatma Alkhodari" userId="abc34b428177aa0f" providerId="LiveId" clId="{5CE79707-FAD9-4890-8F52-3438473E3780}" dt="2026-04-29T18:23:23.849" v="716" actId="47"/>
        <pc:sldMkLst>
          <pc:docMk/>
          <pc:sldMk cId="0" sldId="292"/>
        </pc:sldMkLst>
      </pc:sldChg>
      <pc:sldChg chg="del modNotes">
        <pc:chgData name="Fatma Alkhodari" userId="abc34b428177aa0f" providerId="LiveId" clId="{5CE79707-FAD9-4890-8F52-3438473E3780}" dt="2026-04-29T18:23:23.719" v="715" actId="47"/>
        <pc:sldMkLst>
          <pc:docMk/>
          <pc:sldMk cId="0" sldId="293"/>
        </pc:sldMkLst>
      </pc:sldChg>
      <pc:sldChg chg="del modNotes">
        <pc:chgData name="Fatma Alkhodari" userId="abc34b428177aa0f" providerId="LiveId" clId="{5CE79707-FAD9-4890-8F52-3438473E3780}" dt="2026-04-29T18:23:23.688" v="714" actId="47"/>
        <pc:sldMkLst>
          <pc:docMk/>
          <pc:sldMk cId="0" sldId="294"/>
        </pc:sldMkLst>
      </pc:sldChg>
      <pc:sldChg chg="del modNotes">
        <pc:chgData name="Fatma Alkhodari" userId="abc34b428177aa0f" providerId="LiveId" clId="{5CE79707-FAD9-4890-8F52-3438473E3780}" dt="2026-04-29T18:23:23.647" v="713" actId="47"/>
        <pc:sldMkLst>
          <pc:docMk/>
          <pc:sldMk cId="0" sldId="295"/>
        </pc:sldMkLst>
      </pc:sldChg>
      <pc:sldChg chg="del setBg modNotes">
        <pc:chgData name="Fatma Alkhodari" userId="abc34b428177aa0f" providerId="LiveId" clId="{5CE79707-FAD9-4890-8F52-3438473E3780}" dt="2026-04-29T18:23:23.146" v="712" actId="47"/>
        <pc:sldMkLst>
          <pc:docMk/>
          <pc:sldMk cId="0" sldId="296"/>
        </pc:sldMkLst>
      </pc:sldChg>
      <pc:sldChg chg="del modNotes">
        <pc:chgData name="Fatma Alkhodari" userId="abc34b428177aa0f" providerId="LiveId" clId="{5CE79707-FAD9-4890-8F52-3438473E3780}" dt="2026-04-29T18:23:22.827" v="711" actId="47"/>
        <pc:sldMkLst>
          <pc:docMk/>
          <pc:sldMk cId="0" sldId="297"/>
        </pc:sldMkLst>
      </pc:sldChg>
      <pc:sldChg chg="del setBg modNotes">
        <pc:chgData name="Fatma Alkhodari" userId="abc34b428177aa0f" providerId="LiveId" clId="{5CE79707-FAD9-4890-8F52-3438473E3780}" dt="2026-04-29T18:23:22.765" v="710" actId="47"/>
        <pc:sldMkLst>
          <pc:docMk/>
          <pc:sldMk cId="0" sldId="298"/>
        </pc:sldMkLst>
      </pc:sldChg>
      <pc:sldChg chg="del setBg modNotes">
        <pc:chgData name="Fatma Alkhodari" userId="abc34b428177aa0f" providerId="LiveId" clId="{5CE79707-FAD9-4890-8F52-3438473E3780}" dt="2026-04-29T18:23:22.701" v="709" actId="47"/>
        <pc:sldMkLst>
          <pc:docMk/>
          <pc:sldMk cId="0" sldId="299"/>
        </pc:sldMkLst>
      </pc:sldChg>
      <pc:sldChg chg="del setBg modNotes">
        <pc:chgData name="Fatma Alkhodari" userId="abc34b428177aa0f" providerId="LiveId" clId="{5CE79707-FAD9-4890-8F52-3438473E3780}" dt="2026-04-29T18:23:22.623" v="708" actId="47"/>
        <pc:sldMkLst>
          <pc:docMk/>
          <pc:sldMk cId="0" sldId="300"/>
        </pc:sldMkLst>
      </pc:sldChg>
      <pc:sldChg chg="del setBg modNotes">
        <pc:chgData name="Fatma Alkhodari" userId="abc34b428177aa0f" providerId="LiveId" clId="{5CE79707-FAD9-4890-8F52-3438473E3780}" dt="2026-04-29T18:23:22.005" v="705" actId="47"/>
        <pc:sldMkLst>
          <pc:docMk/>
          <pc:sldMk cId="0" sldId="301"/>
        </pc:sldMkLst>
      </pc:sldChg>
      <pc:sldChg chg="del setBg modNotes">
        <pc:chgData name="Fatma Alkhodari" userId="abc34b428177aa0f" providerId="LiveId" clId="{5CE79707-FAD9-4890-8F52-3438473E3780}" dt="2026-04-29T18:23:22.513" v="706" actId="47"/>
        <pc:sldMkLst>
          <pc:docMk/>
          <pc:sldMk cId="0" sldId="302"/>
        </pc:sldMkLst>
      </pc:sldChg>
      <pc:sldChg chg="del setBg modNotes">
        <pc:chgData name="Fatma Alkhodari" userId="abc34b428177aa0f" providerId="LiveId" clId="{5CE79707-FAD9-4890-8F52-3438473E3780}" dt="2026-04-29T18:23:22.549" v="707" actId="47"/>
        <pc:sldMkLst>
          <pc:docMk/>
          <pc:sldMk cId="0" sldId="303"/>
        </pc:sldMkLst>
      </pc:sldChg>
      <pc:sldChg chg="del">
        <pc:chgData name="Fatma Alkhodari" userId="abc34b428177aa0f" providerId="LiveId" clId="{5CE79707-FAD9-4890-8F52-3438473E3780}" dt="2026-04-29T16:48:29.086" v="88" actId="47"/>
        <pc:sldMkLst>
          <pc:docMk/>
          <pc:sldMk cId="3927923543" sldId="304"/>
        </pc:sldMkLst>
      </pc:sldChg>
      <pc:sldChg chg="addSp modSp mod">
        <pc:chgData name="Fatma Alkhodari" userId="abc34b428177aa0f" providerId="LiveId" clId="{5CE79707-FAD9-4890-8F52-3438473E3780}" dt="2026-04-30T08:27:35.088" v="1191" actId="1076"/>
        <pc:sldMkLst>
          <pc:docMk/>
          <pc:sldMk cId="1902022353" sldId="306"/>
        </pc:sldMkLst>
        <pc:spChg chg="add mod">
          <ac:chgData name="Fatma Alkhodari" userId="abc34b428177aa0f" providerId="LiveId" clId="{5CE79707-FAD9-4890-8F52-3438473E3780}" dt="2026-04-30T08:27:20.776" v="1190" actId="1076"/>
          <ac:spMkLst>
            <pc:docMk/>
            <pc:sldMk cId="1902022353" sldId="306"/>
            <ac:spMk id="2" creationId="{FA68E0A6-6163-1D2B-9965-63D0156A1F04}"/>
          </ac:spMkLst>
        </pc:spChg>
        <pc:spChg chg="add mod">
          <ac:chgData name="Fatma Alkhodari" userId="abc34b428177aa0f" providerId="LiveId" clId="{5CE79707-FAD9-4890-8F52-3438473E3780}" dt="2026-04-30T08:27:16.093" v="1189" actId="1076"/>
          <ac:spMkLst>
            <pc:docMk/>
            <pc:sldMk cId="1902022353" sldId="306"/>
            <ac:spMk id="4" creationId="{324EDC07-62C5-06BC-7530-B5CC1DA33367}"/>
          </ac:spMkLst>
        </pc:spChg>
        <pc:spChg chg="add mod">
          <ac:chgData name="Fatma Alkhodari" userId="abc34b428177aa0f" providerId="LiveId" clId="{5CE79707-FAD9-4890-8F52-3438473E3780}" dt="2026-04-30T08:27:35.088" v="1191" actId="1076"/>
          <ac:spMkLst>
            <pc:docMk/>
            <pc:sldMk cId="1902022353" sldId="306"/>
            <ac:spMk id="5" creationId="{B84675C3-7EF3-4233-E13E-1AE456D70E63}"/>
          </ac:spMkLst>
        </pc:spChg>
        <pc:spChg chg="mod">
          <ac:chgData name="Fatma Alkhodari" userId="abc34b428177aa0f" providerId="LiveId" clId="{5CE79707-FAD9-4890-8F52-3438473E3780}" dt="2026-04-30T08:25:34.698" v="1138" actId="21"/>
          <ac:spMkLst>
            <pc:docMk/>
            <pc:sldMk cId="1902022353" sldId="306"/>
            <ac:spMk id="295" creationId="{BE8C2907-7B51-5539-69F8-504FB724731C}"/>
          </ac:spMkLst>
        </pc:spChg>
        <pc:spChg chg="mod">
          <ac:chgData name="Fatma Alkhodari" userId="abc34b428177aa0f" providerId="LiveId" clId="{5CE79707-FAD9-4890-8F52-3438473E3780}" dt="2026-04-30T08:25:49.727" v="1163" actId="14100"/>
          <ac:spMkLst>
            <pc:docMk/>
            <pc:sldMk cId="1902022353" sldId="306"/>
            <ac:spMk id="296" creationId="{58E79B5D-EF90-6407-D911-419F3DA155C9}"/>
          </ac:spMkLst>
        </pc:spChg>
      </pc:sldChg>
      <pc:sldChg chg="modSp mod">
        <pc:chgData name="Fatma Alkhodari" userId="abc34b428177aa0f" providerId="LiveId" clId="{5CE79707-FAD9-4890-8F52-3438473E3780}" dt="2026-04-30T08:17:06.389" v="1111" actId="255"/>
        <pc:sldMkLst>
          <pc:docMk/>
          <pc:sldMk cId="208726045" sldId="307"/>
        </pc:sldMkLst>
        <pc:spChg chg="mod">
          <ac:chgData name="Fatma Alkhodari" userId="abc34b428177aa0f" providerId="LiveId" clId="{5CE79707-FAD9-4890-8F52-3438473E3780}" dt="2026-04-30T08:17:00.358" v="1110" actId="113"/>
          <ac:spMkLst>
            <pc:docMk/>
            <pc:sldMk cId="208726045" sldId="307"/>
            <ac:spMk id="2" creationId="{14878616-D74C-36D4-BE3F-4B350BA1370F}"/>
          </ac:spMkLst>
        </pc:spChg>
        <pc:spChg chg="mod">
          <ac:chgData name="Fatma Alkhodari" userId="abc34b428177aa0f" providerId="LiveId" clId="{5CE79707-FAD9-4890-8F52-3438473E3780}" dt="2026-04-30T08:17:06.389" v="1111" actId="255"/>
          <ac:spMkLst>
            <pc:docMk/>
            <pc:sldMk cId="208726045" sldId="307"/>
            <ac:spMk id="295" creationId="{0DE6B51E-0A0F-786B-7E1B-90C5CA80FD6C}"/>
          </ac:spMkLst>
        </pc:spChg>
        <pc:spChg chg="mod">
          <ac:chgData name="Fatma Alkhodari" userId="abc34b428177aa0f" providerId="LiveId" clId="{5CE79707-FAD9-4890-8F52-3438473E3780}" dt="2026-04-30T08:16:55.647" v="1108" actId="113"/>
          <ac:spMkLst>
            <pc:docMk/>
            <pc:sldMk cId="208726045" sldId="307"/>
            <ac:spMk id="296" creationId="{2EBCCBD6-B3B1-B930-45E9-9BD52C40E7F2}"/>
          </ac:spMkLst>
        </pc:spChg>
      </pc:sldChg>
      <pc:sldChg chg="delSp modSp mod">
        <pc:chgData name="Fatma Alkhodari" userId="abc34b428177aa0f" providerId="LiveId" clId="{5CE79707-FAD9-4890-8F52-3438473E3780}" dt="2026-04-30T07:46:58.504" v="803" actId="255"/>
        <pc:sldMkLst>
          <pc:docMk/>
          <pc:sldMk cId="1014907645" sldId="308"/>
        </pc:sldMkLst>
        <pc:spChg chg="mod">
          <ac:chgData name="Fatma Alkhodari" userId="abc34b428177aa0f" providerId="LiveId" clId="{5CE79707-FAD9-4890-8F52-3438473E3780}" dt="2026-04-30T07:46:58.504" v="803" actId="255"/>
          <ac:spMkLst>
            <pc:docMk/>
            <pc:sldMk cId="1014907645" sldId="308"/>
            <ac:spMk id="2" creationId="{576E8255-F3A0-3112-946E-C4CEE58D3087}"/>
          </ac:spMkLst>
        </pc:spChg>
        <pc:spChg chg="del mod">
          <ac:chgData name="Fatma Alkhodari" userId="abc34b428177aa0f" providerId="LiveId" clId="{5CE79707-FAD9-4890-8F52-3438473E3780}" dt="2026-04-30T07:46:47.941" v="800" actId="478"/>
          <ac:spMkLst>
            <pc:docMk/>
            <pc:sldMk cId="1014907645" sldId="308"/>
            <ac:spMk id="3" creationId="{811861D8-649C-C5E5-2C1B-A56D039394AB}"/>
          </ac:spMkLst>
        </pc:spChg>
        <pc:spChg chg="mod">
          <ac:chgData name="Fatma Alkhodari" userId="abc34b428177aa0f" providerId="LiveId" clId="{5CE79707-FAD9-4890-8F52-3438473E3780}" dt="2026-04-30T07:46:08.726" v="781"/>
          <ac:spMkLst>
            <pc:docMk/>
            <pc:sldMk cId="1014907645" sldId="308"/>
            <ac:spMk id="295" creationId="{92A1FCF2-CF13-DA80-8B1E-D45F8FD68C24}"/>
          </ac:spMkLst>
        </pc:spChg>
      </pc:sldChg>
      <pc:sldChg chg="addSp delSp modSp mod ord">
        <pc:chgData name="Fatma Alkhodari" userId="abc34b428177aa0f" providerId="LiveId" clId="{5CE79707-FAD9-4890-8F52-3438473E3780}" dt="2026-04-30T07:21:02.878" v="774" actId="255"/>
        <pc:sldMkLst>
          <pc:docMk/>
          <pc:sldMk cId="2987442872" sldId="309"/>
        </pc:sldMkLst>
        <pc:spChg chg="mod">
          <ac:chgData name="Fatma Alkhodari" userId="abc34b428177aa0f" providerId="LiveId" clId="{5CE79707-FAD9-4890-8F52-3438473E3780}" dt="2026-04-29T18:05:17.385" v="556" actId="122"/>
          <ac:spMkLst>
            <pc:docMk/>
            <pc:sldMk cId="2987442872" sldId="309"/>
            <ac:spMk id="295" creationId="{6F36F8B5-B73D-1460-895C-51DE7B4C225E}"/>
          </ac:spMkLst>
        </pc:spChg>
        <pc:spChg chg="mod">
          <ac:chgData name="Fatma Alkhodari" userId="abc34b428177aa0f" providerId="LiveId" clId="{5CE79707-FAD9-4890-8F52-3438473E3780}" dt="2026-04-30T07:20:50.419" v="771" actId="1076"/>
          <ac:spMkLst>
            <pc:docMk/>
            <pc:sldMk cId="2987442872" sldId="309"/>
            <ac:spMk id="296" creationId="{0D03463A-70D2-50F1-4CD5-E016D5B778FD}"/>
          </ac:spMkLst>
        </pc:spChg>
        <pc:graphicFrameChg chg="add mod modGraphic">
          <ac:chgData name="Fatma Alkhodari" userId="abc34b428177aa0f" providerId="LiveId" clId="{5CE79707-FAD9-4890-8F52-3438473E3780}" dt="2026-04-30T07:21:02.878" v="774" actId="255"/>
          <ac:graphicFrameMkLst>
            <pc:docMk/>
            <pc:sldMk cId="2987442872" sldId="309"/>
            <ac:graphicFrameMk id="2" creationId="{527EED3A-9542-B919-00D0-410D87EE30A4}"/>
          </ac:graphicFrameMkLst>
        </pc:graphicFrameChg>
        <pc:graphicFrameChg chg="add mod">
          <ac:chgData name="Fatma Alkhodari" userId="abc34b428177aa0f" providerId="LiveId" clId="{5CE79707-FAD9-4890-8F52-3438473E3780}" dt="2026-04-29T18:00:44.213" v="504"/>
          <ac:graphicFrameMkLst>
            <pc:docMk/>
            <pc:sldMk cId="2987442872" sldId="309"/>
            <ac:graphicFrameMk id="2" creationId="{8EAE37A2-BEE7-7949-1AEA-4033978CC188}"/>
          </ac:graphicFrameMkLst>
        </pc:graphicFrameChg>
        <pc:graphicFrameChg chg="add del mod modGraphic">
          <ac:chgData name="Fatma Alkhodari" userId="abc34b428177aa0f" providerId="LiveId" clId="{5CE79707-FAD9-4890-8F52-3438473E3780}" dt="2026-04-30T07:17:17.163" v="755" actId="478"/>
          <ac:graphicFrameMkLst>
            <pc:docMk/>
            <pc:sldMk cId="2987442872" sldId="309"/>
            <ac:graphicFrameMk id="3" creationId="{374A0F2B-E2AB-1D85-C12B-94EBBFBA144F}"/>
          </ac:graphicFrameMkLst>
        </pc:graphicFrameChg>
      </pc:sldChg>
      <pc:sldChg chg="modSp mod">
        <pc:chgData name="Fatma Alkhodari" userId="abc34b428177aa0f" providerId="LiveId" clId="{5CE79707-FAD9-4890-8F52-3438473E3780}" dt="2026-04-29T17:41:52.734" v="337" actId="2710"/>
        <pc:sldMkLst>
          <pc:docMk/>
          <pc:sldMk cId="2785604433" sldId="310"/>
        </pc:sldMkLst>
        <pc:spChg chg="mod">
          <ac:chgData name="Fatma Alkhodari" userId="abc34b428177aa0f" providerId="LiveId" clId="{5CE79707-FAD9-4890-8F52-3438473E3780}" dt="2026-04-29T17:41:52.734" v="337" actId="2710"/>
          <ac:spMkLst>
            <pc:docMk/>
            <pc:sldMk cId="2785604433" sldId="310"/>
            <ac:spMk id="2" creationId="{BC193521-369F-068C-7FCB-BCFCA653239A}"/>
          </ac:spMkLst>
        </pc:spChg>
      </pc:sldChg>
      <pc:sldChg chg="addSp delSp modSp mod">
        <pc:chgData name="Fatma Alkhodari" userId="abc34b428177aa0f" providerId="LiveId" clId="{5CE79707-FAD9-4890-8F52-3438473E3780}" dt="2026-04-30T08:05:23.279" v="1008" actId="1076"/>
        <pc:sldMkLst>
          <pc:docMk/>
          <pc:sldMk cId="3069800768" sldId="311"/>
        </pc:sldMkLst>
        <pc:spChg chg="mod">
          <ac:chgData name="Fatma Alkhodari" userId="abc34b428177aa0f" providerId="LiveId" clId="{5CE79707-FAD9-4890-8F52-3438473E3780}" dt="2026-04-30T08:05:15.188" v="1007" actId="255"/>
          <ac:spMkLst>
            <pc:docMk/>
            <pc:sldMk cId="3069800768" sldId="311"/>
            <ac:spMk id="2" creationId="{9B8E5E86-2C4E-DAC3-DADE-98E1BC7B65FD}"/>
          </ac:spMkLst>
        </pc:spChg>
        <pc:spChg chg="add del mod">
          <ac:chgData name="Fatma Alkhodari" userId="abc34b428177aa0f" providerId="LiveId" clId="{5CE79707-FAD9-4890-8F52-3438473E3780}" dt="2026-04-29T17:54:40.245" v="488" actId="21"/>
          <ac:spMkLst>
            <pc:docMk/>
            <pc:sldMk cId="3069800768" sldId="311"/>
            <ac:spMk id="3" creationId="{BB6FE91C-3423-B8E9-5976-8BE675DDF399}"/>
          </ac:spMkLst>
        </pc:spChg>
        <pc:spChg chg="add del mod">
          <ac:chgData name="Fatma Alkhodari" userId="abc34b428177aa0f" providerId="LiveId" clId="{5CE79707-FAD9-4890-8F52-3438473E3780}" dt="2026-04-30T08:04:22.488" v="992" actId="478"/>
          <ac:spMkLst>
            <pc:docMk/>
            <pc:sldMk cId="3069800768" sldId="311"/>
            <ac:spMk id="4" creationId="{BB6FE91C-3423-B8E9-5976-8BE675DDF399}"/>
          </ac:spMkLst>
        </pc:spChg>
        <pc:spChg chg="mod">
          <ac:chgData name="Fatma Alkhodari" userId="abc34b428177aa0f" providerId="LiveId" clId="{5CE79707-FAD9-4890-8F52-3438473E3780}" dt="2026-04-29T16:04:17.414" v="10"/>
          <ac:spMkLst>
            <pc:docMk/>
            <pc:sldMk cId="3069800768" sldId="311"/>
            <ac:spMk id="295" creationId="{C4C0E446-FFA2-8ADD-8F85-1870BAC84E7F}"/>
          </ac:spMkLst>
        </pc:spChg>
        <pc:spChg chg="mod">
          <ac:chgData name="Fatma Alkhodari" userId="abc34b428177aa0f" providerId="LiveId" clId="{5CE79707-FAD9-4890-8F52-3438473E3780}" dt="2026-04-30T08:05:23.279" v="1008" actId="1076"/>
          <ac:spMkLst>
            <pc:docMk/>
            <pc:sldMk cId="3069800768" sldId="311"/>
            <ac:spMk id="296" creationId="{AF13E529-7D0A-EB98-7C97-1115CD897BDE}"/>
          </ac:spMkLst>
        </pc:spChg>
      </pc:sldChg>
      <pc:sldChg chg="addSp delSp modSp mod">
        <pc:chgData name="Fatma Alkhodari" userId="abc34b428177aa0f" providerId="LiveId" clId="{5CE79707-FAD9-4890-8F52-3438473E3780}" dt="2026-04-29T18:18:42.415" v="704" actId="20577"/>
        <pc:sldMkLst>
          <pc:docMk/>
          <pc:sldMk cId="151338228" sldId="312"/>
        </pc:sldMkLst>
        <pc:spChg chg="add del mod">
          <ac:chgData name="Fatma Alkhodari" userId="abc34b428177aa0f" providerId="LiveId" clId="{5CE79707-FAD9-4890-8F52-3438473E3780}" dt="2026-04-29T18:13:46.479" v="612" actId="478"/>
          <ac:spMkLst>
            <pc:docMk/>
            <pc:sldMk cId="151338228" sldId="312"/>
            <ac:spMk id="3" creationId="{8BC9D7C4-5896-C00C-CFE8-13A8F9F64479}"/>
          </ac:spMkLst>
        </pc:spChg>
        <pc:spChg chg="mod">
          <ac:chgData name="Fatma Alkhodari" userId="abc34b428177aa0f" providerId="LiveId" clId="{5CE79707-FAD9-4890-8F52-3438473E3780}" dt="2026-04-29T18:18:42.415" v="704" actId="20577"/>
          <ac:spMkLst>
            <pc:docMk/>
            <pc:sldMk cId="151338228" sldId="312"/>
            <ac:spMk id="295" creationId="{B7F9E086-7500-35F5-79ED-E29D0FEFD31D}"/>
          </ac:spMkLst>
        </pc:spChg>
        <pc:spChg chg="del mod">
          <ac:chgData name="Fatma Alkhodari" userId="abc34b428177aa0f" providerId="LiveId" clId="{5CE79707-FAD9-4890-8F52-3438473E3780}" dt="2026-04-29T18:13:44.973" v="611" actId="478"/>
          <ac:spMkLst>
            <pc:docMk/>
            <pc:sldMk cId="151338228" sldId="312"/>
            <ac:spMk id="296" creationId="{132C8253-4972-EAA1-564E-FD65E0B1E89B}"/>
          </ac:spMkLst>
        </pc:spChg>
      </pc:sldChg>
      <pc:sldChg chg="modSp add mod">
        <pc:chgData name="Fatma Alkhodari" userId="abc34b428177aa0f" providerId="LiveId" clId="{5CE79707-FAD9-4890-8F52-3438473E3780}" dt="2026-04-30T08:17:44.552" v="1112" actId="20577"/>
        <pc:sldMkLst>
          <pc:docMk/>
          <pc:sldMk cId="2512204463" sldId="313"/>
        </pc:sldMkLst>
        <pc:spChg chg="mod">
          <ac:chgData name="Fatma Alkhodari" userId="abc34b428177aa0f" providerId="LiveId" clId="{5CE79707-FAD9-4890-8F52-3438473E3780}" dt="2026-04-29T16:48:52.987" v="112" actId="6549"/>
          <ac:spMkLst>
            <pc:docMk/>
            <pc:sldMk cId="2512204463" sldId="313"/>
            <ac:spMk id="295" creationId="{EC6F8915-BA12-825E-4AD1-ECC7B7573D36}"/>
          </ac:spMkLst>
        </pc:spChg>
        <pc:spChg chg="mod">
          <ac:chgData name="Fatma Alkhodari" userId="abc34b428177aa0f" providerId="LiveId" clId="{5CE79707-FAD9-4890-8F52-3438473E3780}" dt="2026-04-30T08:17:44.552" v="1112" actId="20577"/>
          <ac:spMkLst>
            <pc:docMk/>
            <pc:sldMk cId="2512204463" sldId="313"/>
            <ac:spMk id="296" creationId="{35484A2D-8724-6FF7-9079-6893624E890C}"/>
          </ac:spMkLst>
        </pc:spChg>
      </pc:sldChg>
      <pc:sldChg chg="modSp add del mod">
        <pc:chgData name="Fatma Alkhodari" userId="abc34b428177aa0f" providerId="LiveId" clId="{5CE79707-FAD9-4890-8F52-3438473E3780}" dt="2026-04-30T09:01:20.300" v="1195" actId="47"/>
        <pc:sldMkLst>
          <pc:docMk/>
          <pc:sldMk cId="845202714" sldId="314"/>
        </pc:sldMkLst>
        <pc:spChg chg="mod">
          <ac:chgData name="Fatma Alkhodari" userId="abc34b428177aa0f" providerId="LiveId" clId="{5CE79707-FAD9-4890-8F52-3438473E3780}" dt="2026-04-29T18:09:20.128" v="579" actId="2710"/>
          <ac:spMkLst>
            <pc:docMk/>
            <pc:sldMk cId="845202714" sldId="314"/>
            <ac:spMk id="296" creationId="{24489EFA-5807-1CAA-570F-BB5DA0D9F2AF}"/>
          </ac:spMkLst>
        </pc:spChg>
      </pc:sldChg>
      <pc:sldChg chg="modSp add mod">
        <pc:chgData name="Fatma Alkhodari" userId="abc34b428177aa0f" providerId="LiveId" clId="{5CE79707-FAD9-4890-8F52-3438473E3780}" dt="2026-04-30T07:54:17.821" v="826" actId="108"/>
        <pc:sldMkLst>
          <pc:docMk/>
          <pc:sldMk cId="3520927638" sldId="315"/>
        </pc:sldMkLst>
        <pc:spChg chg="mod">
          <ac:chgData name="Fatma Alkhodari" userId="abc34b428177aa0f" providerId="LiveId" clId="{5CE79707-FAD9-4890-8F52-3438473E3780}" dt="2026-04-30T07:49:35.011" v="819" actId="20577"/>
          <ac:spMkLst>
            <pc:docMk/>
            <pc:sldMk cId="3520927638" sldId="315"/>
            <ac:spMk id="2" creationId="{CD0287BA-AD14-152F-1C3C-EF08166191E0}"/>
          </ac:spMkLst>
        </pc:spChg>
        <pc:spChg chg="mod">
          <ac:chgData name="Fatma Alkhodari" userId="abc34b428177aa0f" providerId="LiveId" clId="{5CE79707-FAD9-4890-8F52-3438473E3780}" dt="2026-04-30T07:54:17.821" v="826" actId="108"/>
          <ac:spMkLst>
            <pc:docMk/>
            <pc:sldMk cId="3520927638" sldId="315"/>
            <ac:spMk id="3" creationId="{5E6CC3DA-954D-9C74-0BCC-8D616B933205}"/>
          </ac:spMkLst>
        </pc:spChg>
      </pc:sldChg>
      <pc:sldChg chg="addSp delSp modSp add mod">
        <pc:chgData name="Fatma Alkhodari" userId="abc34b428177aa0f" providerId="LiveId" clId="{5CE79707-FAD9-4890-8F52-3438473E3780}" dt="2026-04-30T08:09:39.391" v="1046" actId="1076"/>
        <pc:sldMkLst>
          <pc:docMk/>
          <pc:sldMk cId="4173338410" sldId="316"/>
        </pc:sldMkLst>
        <pc:spChg chg="del mod">
          <ac:chgData name="Fatma Alkhodari" userId="abc34b428177aa0f" providerId="LiveId" clId="{5CE79707-FAD9-4890-8F52-3438473E3780}" dt="2026-04-30T08:07:43.440" v="1034" actId="478"/>
          <ac:spMkLst>
            <pc:docMk/>
            <pc:sldMk cId="4173338410" sldId="316"/>
            <ac:spMk id="2" creationId="{8C98BBDC-A23F-11F8-5F54-4405EE8B9FAC}"/>
          </ac:spMkLst>
        </pc:spChg>
        <pc:spChg chg="add del mod">
          <ac:chgData name="Fatma Alkhodari" userId="abc34b428177aa0f" providerId="LiveId" clId="{5CE79707-FAD9-4890-8F52-3438473E3780}" dt="2026-04-30T08:03:58.433" v="987" actId="478"/>
          <ac:spMkLst>
            <pc:docMk/>
            <pc:sldMk cId="4173338410" sldId="316"/>
            <ac:spMk id="3" creationId="{0ECB7F7B-368C-3F52-85D9-E5D6B1BD4C25}"/>
          </ac:spMkLst>
        </pc:spChg>
        <pc:spChg chg="del">
          <ac:chgData name="Fatma Alkhodari" userId="abc34b428177aa0f" providerId="LiveId" clId="{5CE79707-FAD9-4890-8F52-3438473E3780}" dt="2026-04-30T08:06:25.617" v="1028" actId="478"/>
          <ac:spMkLst>
            <pc:docMk/>
            <pc:sldMk cId="4173338410" sldId="316"/>
            <ac:spMk id="4" creationId="{87F46597-97E1-4B44-7BEA-81A9B639BC8D}"/>
          </ac:spMkLst>
        </pc:spChg>
        <pc:spChg chg="add mod">
          <ac:chgData name="Fatma Alkhodari" userId="abc34b428177aa0f" providerId="LiveId" clId="{5CE79707-FAD9-4890-8F52-3438473E3780}" dt="2026-04-30T08:09:39.391" v="1046" actId="1076"/>
          <ac:spMkLst>
            <pc:docMk/>
            <pc:sldMk cId="4173338410" sldId="316"/>
            <ac:spMk id="6" creationId="{AEAD3925-7E42-1B73-10AC-476B0BD92556}"/>
          </ac:spMkLst>
        </pc:spChg>
        <pc:spChg chg="mod">
          <ac:chgData name="Fatma Alkhodari" userId="abc34b428177aa0f" providerId="LiveId" clId="{5CE79707-FAD9-4890-8F52-3438473E3780}" dt="2026-04-30T08:04:04.934" v="988"/>
          <ac:spMkLst>
            <pc:docMk/>
            <pc:sldMk cId="4173338410" sldId="316"/>
            <ac:spMk id="295" creationId="{8BA1A76A-0CC4-55C4-6620-1E99171636C4}"/>
          </ac:spMkLst>
        </pc:spChg>
        <pc:spChg chg="del mod">
          <ac:chgData name="Fatma Alkhodari" userId="abc34b428177aa0f" providerId="LiveId" clId="{5CE79707-FAD9-4890-8F52-3438473E3780}" dt="2026-04-30T08:06:32.377" v="1029" actId="478"/>
          <ac:spMkLst>
            <pc:docMk/>
            <pc:sldMk cId="4173338410" sldId="316"/>
            <ac:spMk id="296" creationId="{09665C04-774A-4AC3-9FC0-7C93F9C4B23D}"/>
          </ac:spMkLst>
        </pc:spChg>
      </pc:sldChg>
      <pc:sldChg chg="add del">
        <pc:chgData name="Fatma Alkhodari" userId="abc34b428177aa0f" providerId="LiveId" clId="{5CE79707-FAD9-4890-8F52-3438473E3780}" dt="2026-04-30T07:50:24.094" v="821" actId="47"/>
        <pc:sldMkLst>
          <pc:docMk/>
          <pc:sldMk cId="4287652495" sldId="316"/>
        </pc:sldMkLst>
      </pc:sldChg>
      <pc:sldChg chg="addSp delSp modSp add mod">
        <pc:chgData name="Fatma Alkhodari" userId="abc34b428177aa0f" providerId="LiveId" clId="{5CE79707-FAD9-4890-8F52-3438473E3780}" dt="2026-04-30T08:16:35.880" v="1106" actId="20577"/>
        <pc:sldMkLst>
          <pc:docMk/>
          <pc:sldMk cId="2588124134" sldId="317"/>
        </pc:sldMkLst>
        <pc:spChg chg="add del mod">
          <ac:chgData name="Fatma Alkhodari" userId="abc34b428177aa0f" providerId="LiveId" clId="{5CE79707-FAD9-4890-8F52-3438473E3780}" dt="2026-04-30T08:14:08.024" v="1058"/>
          <ac:spMkLst>
            <pc:docMk/>
            <pc:sldMk cId="2588124134" sldId="317"/>
            <ac:spMk id="4" creationId="{F579C44E-7FCA-6DF5-E153-371EAF9D3F57}"/>
          </ac:spMkLst>
        </pc:spChg>
        <pc:spChg chg="add del mod">
          <ac:chgData name="Fatma Alkhodari" userId="abc34b428177aa0f" providerId="LiveId" clId="{5CE79707-FAD9-4890-8F52-3438473E3780}" dt="2026-04-30T08:15:23.753" v="1066" actId="478"/>
          <ac:spMkLst>
            <pc:docMk/>
            <pc:sldMk cId="2588124134" sldId="317"/>
            <ac:spMk id="8" creationId="{E1FDCEDD-3FFA-D8AA-68FE-03728AF75AAC}"/>
          </ac:spMkLst>
        </pc:spChg>
        <pc:spChg chg="mod">
          <ac:chgData name="Fatma Alkhodari" userId="abc34b428177aa0f" providerId="LiveId" clId="{5CE79707-FAD9-4890-8F52-3438473E3780}" dt="2026-04-30T08:16:35.880" v="1106" actId="20577"/>
          <ac:spMkLst>
            <pc:docMk/>
            <pc:sldMk cId="2588124134" sldId="317"/>
            <ac:spMk id="295" creationId="{7A2D1D66-1F5E-BE64-79CE-2E2249865655}"/>
          </ac:spMkLst>
        </pc:spChg>
        <pc:spChg chg="del mod">
          <ac:chgData name="Fatma Alkhodari" userId="abc34b428177aa0f" providerId="LiveId" clId="{5CE79707-FAD9-4890-8F52-3438473E3780}" dt="2026-04-30T08:15:21.760" v="1065" actId="478"/>
          <ac:spMkLst>
            <pc:docMk/>
            <pc:sldMk cId="2588124134" sldId="317"/>
            <ac:spMk id="296" creationId="{A75DBC88-AF62-FE4B-28D2-39EC9B405F9F}"/>
          </ac:spMkLst>
        </pc:spChg>
        <pc:graphicFrameChg chg="del">
          <ac:chgData name="Fatma Alkhodari" userId="abc34b428177aa0f" providerId="LiveId" clId="{5CE79707-FAD9-4890-8F52-3438473E3780}" dt="2026-04-30T08:14:08.012" v="1056" actId="478"/>
          <ac:graphicFrameMkLst>
            <pc:docMk/>
            <pc:sldMk cId="2588124134" sldId="317"/>
            <ac:graphicFrameMk id="2" creationId="{F123510B-AAE5-2BDF-671E-158D9EF892FC}"/>
          </ac:graphicFrameMkLst>
        </pc:graphicFrameChg>
        <pc:graphicFrameChg chg="add del mod modGraphic">
          <ac:chgData name="Fatma Alkhodari" userId="abc34b428177aa0f" providerId="LiveId" clId="{5CE79707-FAD9-4890-8F52-3438473E3780}" dt="2026-04-30T08:15:12.829" v="1061" actId="478"/>
          <ac:graphicFrameMkLst>
            <pc:docMk/>
            <pc:sldMk cId="2588124134" sldId="317"/>
            <ac:graphicFrameMk id="5" creationId="{81231D9C-676F-80E3-BD80-A2D350E48130}"/>
          </ac:graphicFrameMkLst>
        </pc:graphicFrameChg>
        <pc:graphicFrameChg chg="add mod modGraphic">
          <ac:chgData name="Fatma Alkhodari" userId="abc34b428177aa0f" providerId="LiveId" clId="{5CE79707-FAD9-4890-8F52-3438473E3780}" dt="2026-04-30T08:16:02.591" v="1075" actId="255"/>
          <ac:graphicFrameMkLst>
            <pc:docMk/>
            <pc:sldMk cId="2588124134" sldId="317"/>
            <ac:graphicFrameMk id="6" creationId="{2BF3986E-4A4A-DE08-5587-39BF06008955}"/>
          </ac:graphicFrameMkLst>
        </pc:graphicFrameChg>
      </pc:sldChg>
      <pc:sldChg chg="addSp modSp add del mod">
        <pc:chgData name="Fatma Alkhodari" userId="abc34b428177aa0f" providerId="LiveId" clId="{5CE79707-FAD9-4890-8F52-3438473E3780}" dt="2026-04-30T08:43:50.050" v="1194" actId="47"/>
        <pc:sldMkLst>
          <pc:docMk/>
          <pc:sldMk cId="521519879" sldId="318"/>
        </pc:sldMkLst>
        <pc:spChg chg="add">
          <ac:chgData name="Fatma Alkhodari" userId="abc34b428177aa0f" providerId="LiveId" clId="{5CE79707-FAD9-4890-8F52-3438473E3780}" dt="2026-04-30T08:23:45.437" v="1116"/>
          <ac:spMkLst>
            <pc:docMk/>
            <pc:sldMk cId="521519879" sldId="318"/>
            <ac:spMk id="2" creationId="{F74E8DF4-D1C6-0C45-6907-85F220DF4D8F}"/>
          </ac:spMkLst>
        </pc:spChg>
        <pc:spChg chg="add">
          <ac:chgData name="Fatma Alkhodari" userId="abc34b428177aa0f" providerId="LiveId" clId="{5CE79707-FAD9-4890-8F52-3438473E3780}" dt="2026-04-30T08:23:45.437" v="1116"/>
          <ac:spMkLst>
            <pc:docMk/>
            <pc:sldMk cId="521519879" sldId="318"/>
            <ac:spMk id="3" creationId="{210D6CC7-D337-4923-AE11-DE57C0E4F64E}"/>
          </ac:spMkLst>
        </pc:spChg>
        <pc:spChg chg="mod">
          <ac:chgData name="Fatma Alkhodari" userId="abc34b428177aa0f" providerId="LiveId" clId="{5CE79707-FAD9-4890-8F52-3438473E3780}" dt="2026-04-30T08:24:20.229" v="1124"/>
          <ac:spMkLst>
            <pc:docMk/>
            <pc:sldMk cId="521519879" sldId="318"/>
            <ac:spMk id="295" creationId="{D96F7BB3-BC22-1B95-CFCA-1EB7B7F41CF6}"/>
          </ac:spMkLst>
        </pc:spChg>
        <pc:spChg chg="mod">
          <ac:chgData name="Fatma Alkhodari" userId="abc34b428177aa0f" providerId="LiveId" clId="{5CE79707-FAD9-4890-8F52-3438473E3780}" dt="2026-04-30T08:25:01.484" v="1132" actId="255"/>
          <ac:spMkLst>
            <pc:docMk/>
            <pc:sldMk cId="521519879" sldId="318"/>
            <ac:spMk id="296" creationId="{455BDFC0-C279-9660-9028-18D04951CEDB}"/>
          </ac:spMkLst>
        </pc:spChg>
      </pc:sldChg>
      <pc:sldMasterChg chg="setBg modSldLayout">
        <pc:chgData name="Fatma Alkhodari" userId="abc34b428177aa0f" providerId="LiveId" clId="{5CE79707-FAD9-4890-8F52-3438473E3780}" dt="2026-04-29T15:55:37.159" v="5"/>
        <pc:sldMasterMkLst>
          <pc:docMk/>
          <pc:sldMasterMk cId="0" sldId="2147483674"/>
        </pc:sldMasterMkLst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0" sldId="2147483648"/>
          </pc:sldLayoutMkLst>
        </pc:sldLayoutChg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0" sldId="2147483650"/>
          </pc:sldLayoutMkLst>
        </pc:sldLayoutChg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0" sldId="2147483655"/>
          </pc:sldLayoutMkLst>
        </pc:sldLayoutChg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0" sldId="2147483658"/>
          </pc:sldLayoutMkLst>
        </pc:sldLayoutChg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0" sldId="2147483670"/>
          </pc:sldLayoutMkLst>
        </pc:sldLayoutChg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0" sldId="2147483671"/>
          </pc:sldLayoutMkLst>
        </pc:sldLayoutChg>
        <pc:sldLayoutChg chg="setBg">
          <pc:chgData name="Fatma Alkhodari" userId="abc34b428177aa0f" providerId="LiveId" clId="{5CE79707-FAD9-4890-8F52-3438473E3780}" dt="2026-04-29T15:55:37.159" v="5"/>
          <pc:sldLayoutMkLst>
            <pc:docMk/>
            <pc:sldMasterMk cId="0" sldId="2147483674"/>
            <pc:sldLayoutMk cId="4032170210" sldId="2147483676"/>
          </pc:sldLayoutMkLst>
        </pc:sldLayoutChg>
      </pc:sldMasterChg>
      <pc:sldMasterChg chg="del setBg delSldLayout modSldLayout">
        <pc:chgData name="Fatma Alkhodari" userId="abc34b428177aa0f" providerId="LiveId" clId="{5CE79707-FAD9-4890-8F52-3438473E3780}" dt="2026-04-29T18:23:25.154" v="718" actId="47"/>
        <pc:sldMasterMkLst>
          <pc:docMk/>
          <pc:sldMasterMk cId="0" sldId="2147483675"/>
        </pc:sldMasterMkLst>
        <pc:sldLayoutChg chg="del setBg">
          <pc:chgData name="Fatma Alkhodari" userId="abc34b428177aa0f" providerId="LiveId" clId="{5CE79707-FAD9-4890-8F52-3438473E3780}" dt="2026-04-29T18:23:24.116" v="717" actId="47"/>
          <pc:sldLayoutMkLst>
            <pc:docMk/>
            <pc:sldMasterMk cId="0" sldId="2147483675"/>
            <pc:sldLayoutMk cId="0" sldId="2147483672"/>
          </pc:sldLayoutMkLst>
        </pc:sldLayoutChg>
        <pc:sldLayoutChg chg="del setBg">
          <pc:chgData name="Fatma Alkhodari" userId="abc34b428177aa0f" providerId="LiveId" clId="{5CE79707-FAD9-4890-8F52-3438473E3780}" dt="2026-04-29T18:23:25.154" v="718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8A92BE80-A2A8-CAD5-8E65-7817505C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A66EDDB4-924A-BE6C-76AF-09092E006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1336A1CB-658D-01F5-AFC7-A50964FB6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08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4BA93DBD-1483-F5C2-0CA0-C45407A9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46838025-153E-9BAB-C9B1-139F26D25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9908DFC8-5851-9467-968F-895230A8D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243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AD69C12E-D496-F5B7-0302-1C597E64B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FD23B766-C61F-48F0-E92D-2A0B8ECA5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1C9C3047-69EB-C1EA-36C8-113F24FA4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901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D187DB9A-0B0C-DDCE-6199-5A7FF7D7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30D64FB7-479B-6FF0-500D-D80EF7B6A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8FF3D805-592D-673F-DA64-AF73418E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537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A4515F21-4176-CBA3-13A3-1710AC11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99E9FBE7-F881-C750-5E9D-AD7F8D5C0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C544F4C1-BD57-C29C-2FCE-E746EBE49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129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866D6A2D-B549-59E2-D200-B1EA1C64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9ADDD354-0F90-52C5-6195-9369B16F4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9660BF56-8F88-F55D-944B-4A5FBA1E8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6751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1BA67764-78EB-77C8-C282-EDE2A1BE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CF58EAB2-786D-31FB-8286-B2B718CB3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66417FB8-C85E-4FF2-C87E-6B548AD88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9526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D16CF667-3743-535B-145D-A567D8EA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2E37A4E7-3067-8ECD-F295-A321C9C34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FAF8BF60-9C75-D2DF-AB6E-3FF653032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6015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02AB9D38-B10A-135B-354F-B28F6F80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68C306F4-F915-6401-833C-6BBA24CF5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96F3B79E-0163-8CED-DA55-370151171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068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41CE71DA-C704-33EF-BE5C-B50E16EF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063F3FC3-518C-608E-A73B-0E94D406E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A397F136-5EF2-278A-909B-3BE6636D9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819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D670D2DF-A013-1669-2CCB-8526B5E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2567A865-8201-B520-724D-44DE06661A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8DBB5B09-7954-06D9-7479-AA589427C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679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1457226A-B1F2-3FB4-50FE-4CFC9C8A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2AE2CD87-E669-6692-9430-F4A1E294E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7003C9EE-A74E-3154-EFDE-0A2EEAA08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486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304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403217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70" r:id="rId5"/>
    <p:sldLayoutId id="2147483671" r:id="rId6"/>
    <p:sldLayoutId id="214748367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710800" y="1065275"/>
            <a:ext cx="5925600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6600" dirty="0" err="1"/>
              <a:t>HerbLang</a:t>
            </a:r>
            <a:endParaRPr sz="66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223919" y="2727417"/>
            <a:ext cx="5942700" cy="1926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s-ES" sz="1200" dirty="0"/>
              <a:t>Amira </a:t>
            </a:r>
            <a:r>
              <a:rPr lang="es-ES" sz="1200" dirty="0" err="1"/>
              <a:t>Khezzar</a:t>
            </a:r>
            <a:r>
              <a:rPr lang="es-ES" sz="1200" dirty="0"/>
              <a:t> </a:t>
            </a:r>
            <a:r>
              <a:rPr lang="ar-AE" sz="1200" dirty="0"/>
              <a:t>-</a:t>
            </a:r>
            <a:r>
              <a:rPr lang="es-ES" sz="1200" dirty="0"/>
              <a:t> U23104100 (</a:t>
            </a:r>
            <a:r>
              <a:rPr lang="es-ES" sz="1200" dirty="0" err="1"/>
              <a:t>sec</a:t>
            </a:r>
            <a:r>
              <a:rPr lang="es-ES" sz="1200" dirty="0"/>
              <a:t> 61)</a:t>
            </a:r>
            <a:endParaRPr lang="ar-AE" sz="1200" dirty="0"/>
          </a:p>
          <a:p>
            <a:pPr marL="0" indent="0">
              <a:lnSpc>
                <a:spcPct val="150000"/>
              </a:lnSpc>
            </a:pPr>
            <a:r>
              <a:rPr lang="es-ES" sz="1200" dirty="0"/>
              <a:t>Hasna Imad Eldin Abdul Hay - U23100997 (</a:t>
            </a:r>
            <a:r>
              <a:rPr lang="es-ES" sz="1200" dirty="0" err="1"/>
              <a:t>sec</a:t>
            </a:r>
            <a:r>
              <a:rPr lang="es-ES" sz="1200" dirty="0"/>
              <a:t> 61)</a:t>
            </a:r>
            <a:endParaRPr lang="ar-AE" sz="1200" dirty="0"/>
          </a:p>
          <a:p>
            <a:pPr marL="0" indent="0">
              <a:lnSpc>
                <a:spcPct val="150000"/>
              </a:lnSpc>
            </a:pPr>
            <a:r>
              <a:rPr lang="es-ES" sz="1200" dirty="0"/>
              <a:t>FATMA A</a:t>
            </a:r>
            <a:r>
              <a:rPr lang="en-US" sz="1200" dirty="0"/>
              <a:t>.</a:t>
            </a:r>
            <a:r>
              <a:rPr lang="es-ES" sz="1200" dirty="0"/>
              <a:t> S. ALKHODARI - U22104519 (</a:t>
            </a:r>
            <a:r>
              <a:rPr lang="es-ES" sz="1200" dirty="0" err="1"/>
              <a:t>sec</a:t>
            </a:r>
            <a:r>
              <a:rPr lang="es-ES" sz="1200" dirty="0"/>
              <a:t> 62)</a:t>
            </a:r>
            <a:endParaRPr lang="ar-AE" sz="1200" dirty="0"/>
          </a:p>
          <a:p>
            <a:pPr marL="0" indent="0">
              <a:lnSpc>
                <a:spcPct val="150000"/>
              </a:lnSpc>
            </a:pPr>
            <a:r>
              <a:rPr lang="es-ES" sz="1200" dirty="0"/>
              <a:t>Mona M. M. Mansour - U22104988 (</a:t>
            </a:r>
            <a:r>
              <a:rPr lang="es-ES" sz="1200" dirty="0" err="1"/>
              <a:t>sec</a:t>
            </a:r>
            <a:r>
              <a:rPr lang="es-ES" sz="1200" dirty="0"/>
              <a:t> 62)</a:t>
            </a:r>
            <a:endParaRPr lang="ar-AE" sz="1200" dirty="0"/>
          </a:p>
          <a:p>
            <a:pPr marL="0" indent="0">
              <a:lnSpc>
                <a:spcPct val="150000"/>
              </a:lnSpc>
            </a:pPr>
            <a:r>
              <a:rPr lang="es-ES" sz="1200" dirty="0"/>
              <a:t>Fatma Ibrahim</a:t>
            </a:r>
            <a:r>
              <a:rPr lang="ar-AE" sz="1200" dirty="0"/>
              <a:t> </a:t>
            </a:r>
            <a:r>
              <a:rPr lang="es-ES" sz="1200" dirty="0" err="1"/>
              <a:t>khammas</a:t>
            </a:r>
            <a:r>
              <a:rPr lang="es-ES" sz="1200" dirty="0"/>
              <a:t> - U23101181 (</a:t>
            </a:r>
            <a:r>
              <a:rPr lang="es-ES" sz="1200" dirty="0" err="1"/>
              <a:t>sec</a:t>
            </a:r>
            <a:r>
              <a:rPr lang="es-ES" sz="1200" dirty="0"/>
              <a:t> 62)</a:t>
            </a:r>
            <a:endParaRPr lang="ar-AE" sz="1200"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2422825" y="186552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6733600" y="186552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Concept Overview</a:t>
            </a:r>
            <a:endParaRPr lang="ar-AE" dirty="0"/>
          </a:p>
        </p:txBody>
      </p:sp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en-US" dirty="0" err="1"/>
              <a:t>HerbLang</a:t>
            </a:r>
            <a:r>
              <a:rPr lang="en-US" dirty="0"/>
              <a:t> models computation through natural processes (growth, cut, split, etc.)</a:t>
            </a:r>
            <a:endParaRPr lang="ar-AE" dirty="0"/>
          </a:p>
          <a:p>
            <a:pPr marL="285750" indent="-285750">
              <a:lnSpc>
                <a:spcPct val="200000"/>
              </a:lnSpc>
            </a:pPr>
            <a:r>
              <a:rPr lang="en-US" dirty="0"/>
              <a:t>Uses entities like seed, grow, cut, flower to give meaning to operations</a:t>
            </a:r>
            <a:endParaRPr lang="ar-AE" dirty="0"/>
          </a:p>
          <a:p>
            <a:pPr marL="285750" indent="-285750">
              <a:lnSpc>
                <a:spcPct val="200000"/>
              </a:lnSpc>
            </a:pPr>
            <a:r>
              <a:rPr lang="en-US" dirty="0"/>
              <a:t>Repetition of symbols (e.g., +++ ) defines how many times the operation applies</a:t>
            </a:r>
            <a:endParaRPr lang="ar-AE" dirty="0"/>
          </a:p>
          <a:p>
            <a:pPr marL="285750" indent="-285750">
              <a:lnSpc>
                <a:spcPct val="200000"/>
              </a:lnSpc>
            </a:pPr>
            <a:r>
              <a:rPr lang="en-US" dirty="0"/>
              <a:t>Combines symbolic clarity with intuitive natural metaphors</a:t>
            </a:r>
            <a:endParaRPr dirty="0"/>
          </a:p>
        </p:txBody>
      </p:sp>
      <p:sp>
        <p:nvSpPr>
          <p:cNvPr id="300" name="Google Shape;300;p3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A89C6281-9B6E-8BD5-4419-22A79700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EC6F8915-BA12-825E-4AD1-ECC7B7573D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Syntax and Entities meaning:</a:t>
            </a:r>
          </a:p>
        </p:txBody>
      </p:sp>
      <p:sp>
        <p:nvSpPr>
          <p:cNvPr id="296" name="Google Shape;296;p30">
            <a:extLst>
              <a:ext uri="{FF2B5EF4-FFF2-40B4-BE49-F238E27FC236}">
                <a16:creationId xmlns:a16="http://schemas.microsoft.com/office/drawing/2014/main" id="{35484A2D-8724-6FF7-9079-6893624E8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93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US" sz="1800" dirty="0"/>
              <a:t>Syntax:   &lt;entity1&gt;&lt;number1&gt;&lt;operators&gt;&lt;number2&gt;&lt;entity2&gt;</a:t>
            </a:r>
            <a:endParaRPr lang="ar-AE" sz="1800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seed   → start value (for addition)</a:t>
            </a:r>
          </a:p>
          <a:p>
            <a:pPr marL="0" lvl="0" indent="0">
              <a:buNone/>
            </a:pPr>
            <a:r>
              <a:rPr lang="en-US" dirty="0"/>
              <a:t>cut    → start value (for subtraction)</a:t>
            </a:r>
          </a:p>
          <a:p>
            <a:pPr marL="0" lvl="0" indent="0">
              <a:buNone/>
            </a:pPr>
            <a:r>
              <a:rPr lang="en-US" dirty="0"/>
              <a:t>grow   → start value (for multiplication)</a:t>
            </a:r>
          </a:p>
          <a:p>
            <a:pPr marL="0" lvl="0" indent="0">
              <a:buNone/>
            </a:pPr>
            <a:r>
              <a:rPr lang="en-US" dirty="0"/>
              <a:t>split  → start value (for division)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flower → result of addition</a:t>
            </a:r>
          </a:p>
          <a:p>
            <a:pPr marL="0" lvl="0" indent="0">
              <a:buNone/>
            </a:pPr>
            <a:r>
              <a:rPr lang="en-US" dirty="0"/>
              <a:t>leaf   → result of subtraction</a:t>
            </a:r>
          </a:p>
          <a:p>
            <a:pPr marL="0" lvl="0" indent="0">
              <a:buNone/>
            </a:pPr>
            <a:r>
              <a:rPr lang="en-US" dirty="0"/>
              <a:t>tree   → result of multiplication</a:t>
            </a:r>
          </a:p>
          <a:p>
            <a:pPr marL="0" lvl="0" indent="0">
              <a:buNone/>
            </a:pPr>
            <a:r>
              <a:rPr lang="en-US" dirty="0"/>
              <a:t>root   → result of division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416F1CD3-EF7D-C052-475B-CBB6B01D20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20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EF6F1F50-9C0A-3454-83CC-2DA29884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28EF7072-FD70-560D-7F1D-FF5C4CD53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Examples</a:t>
            </a:r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004BEB16-38CB-D559-3B89-005CFEF400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7A348F-A37B-51B5-1C6A-272B42C71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105995"/>
              </p:ext>
            </p:extLst>
          </p:nvPr>
        </p:nvGraphicFramePr>
        <p:xfrm>
          <a:off x="595901" y="1227762"/>
          <a:ext cx="7762126" cy="3164441"/>
        </p:xfrm>
        <a:graphic>
          <a:graphicData uri="http://schemas.openxmlformats.org/drawingml/2006/table">
            <a:tbl>
              <a:tblPr>
                <a:tableStyleId>{3AA0370D-0604-4097-8FA3-C97D30F9D87C}</a:tableStyleId>
              </a:tblPr>
              <a:tblGrid>
                <a:gridCol w="2020280">
                  <a:extLst>
                    <a:ext uri="{9D8B030D-6E8A-4147-A177-3AD203B41FA5}">
                      <a16:colId xmlns:a16="http://schemas.microsoft.com/office/drawing/2014/main" val="442006296"/>
                    </a:ext>
                  </a:extLst>
                </a:gridCol>
                <a:gridCol w="1860783">
                  <a:extLst>
                    <a:ext uri="{9D8B030D-6E8A-4147-A177-3AD203B41FA5}">
                      <a16:colId xmlns:a16="http://schemas.microsoft.com/office/drawing/2014/main" val="2839971845"/>
                    </a:ext>
                  </a:extLst>
                </a:gridCol>
                <a:gridCol w="1860783">
                  <a:extLst>
                    <a:ext uri="{9D8B030D-6E8A-4147-A177-3AD203B41FA5}">
                      <a16:colId xmlns:a16="http://schemas.microsoft.com/office/drawing/2014/main" val="3954747672"/>
                    </a:ext>
                  </a:extLst>
                </a:gridCol>
                <a:gridCol w="2020280">
                  <a:extLst>
                    <a:ext uri="{9D8B030D-6E8A-4147-A177-3AD203B41FA5}">
                      <a16:colId xmlns:a16="http://schemas.microsoft.com/office/drawing/2014/main" val="2346838323"/>
                    </a:ext>
                  </a:extLst>
                </a:gridCol>
              </a:tblGrid>
              <a:tr h="45206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Expression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What it means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Math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Result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273109895"/>
                  </a:ext>
                </a:extLst>
              </a:tr>
              <a:tr h="4520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seed5 +&gt; 3flower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Add 3 once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5 + 3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8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3024265441"/>
                  </a:ext>
                </a:extLst>
              </a:tr>
              <a:tr h="4520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seed5 ++&gt; 3flower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Add 3 twice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5+3+3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207241519"/>
                  </a:ext>
                </a:extLst>
              </a:tr>
              <a:tr h="4520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seed5 +++&gt; 3flower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Add 3 thrice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5+3+3+3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3487480337"/>
                  </a:ext>
                </a:extLst>
              </a:tr>
              <a:tr h="4520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cut10 --&gt; 2leaf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Subtract 2 twice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10-2-2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6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186887330"/>
                  </a:ext>
                </a:extLst>
              </a:tr>
              <a:tr h="4520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grow2 **&gt; 3tree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Multiply by 3 twice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2×3×3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18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3219422229"/>
                  </a:ext>
                </a:extLst>
              </a:tr>
              <a:tr h="4520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split12 //&gt; 3root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Divide by 3 twice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12÷3÷3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1.33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683106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48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896E5844-2230-B9F8-0021-D1C6010D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BE8C2907-7B51-5539-69F8-504FB7247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Google Shape;296;p30">
                <a:extLst>
                  <a:ext uri="{FF2B5EF4-FFF2-40B4-BE49-F238E27FC236}">
                    <a16:creationId xmlns:a16="http://schemas.microsoft.com/office/drawing/2014/main" id="{58E79B5D-EF90-6407-D911-419F3DA155C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90161" y="2203149"/>
                <a:ext cx="5125323" cy="23997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>
                  <a:buNone/>
                </a:pPr>
                <a:r>
                  <a:rPr lang="en-US" sz="1600" dirty="0"/>
                  <a:t>Let k = number of operator symbols</a:t>
                </a:r>
              </a:p>
              <a:p>
                <a:pPr marL="0" lvl="0" indent="0">
                  <a:buNone/>
                </a:pPr>
                <a:endParaRPr lang="en-US" sz="1600" dirty="0"/>
              </a:p>
              <a:p>
                <a:pPr marL="0" lvl="0" indent="0">
                  <a:buNone/>
                </a:pPr>
                <a:r>
                  <a:rPr lang="en-US" sz="1600" dirty="0"/>
                  <a:t>Addition:  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endChr m:val="⟧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&gt;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lvl="0" indent="0">
                  <a:buNone/>
                </a:pPr>
                <a:r>
                  <a:rPr lang="en-US" sz="1600" dirty="0"/>
                  <a:t>Subtraction: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endChr m:val="⟧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lvl="0" indent="0">
                  <a:buNone/>
                </a:pPr>
                <a:r>
                  <a:rPr lang="en-US" sz="1600" dirty="0"/>
                  <a:t>Multiplication: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endChr m:val="⟧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</m:oMath>
                </a14:m>
                <a:endParaRPr lang="ar-AE" sz="1600" dirty="0"/>
              </a:p>
              <a:p>
                <a:pPr marL="0" lvl="0" indent="0">
                  <a:buNone/>
                </a:pPr>
                <a:r>
                  <a:rPr lang="en-US" sz="1600" dirty="0"/>
                  <a:t>Division: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endChr m:val="⟧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Google Shape;296;p30">
                <a:extLst>
                  <a:ext uri="{FF2B5EF4-FFF2-40B4-BE49-F238E27FC236}">
                    <a16:creationId xmlns:a16="http://schemas.microsoft.com/office/drawing/2014/main" id="{58E79B5D-EF90-6407-D911-419F3DA155C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161" y="2203149"/>
                <a:ext cx="5125323" cy="2399726"/>
              </a:xfrm>
              <a:prstGeom prst="rect">
                <a:avLst/>
              </a:prstGeom>
              <a:blipFill>
                <a:blip r:embed="rId3"/>
                <a:stretch>
                  <a:fillRect l="-595" b="-15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A9DBCE08-9C11-0ABA-0882-8EE1B3DDD7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96;p30">
                <a:extLst>
                  <a:ext uri="{FF2B5EF4-FFF2-40B4-BE49-F238E27FC236}">
                    <a16:creationId xmlns:a16="http://schemas.microsoft.com/office/drawing/2014/main" id="{FA68E0A6-6163-1D2B-9965-63D0156A1F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7279" y="1910400"/>
                <a:ext cx="4219468" cy="323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794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800"/>
                  <a:buFont typeface="Nunito Light"/>
                  <a:buChar char="●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○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800"/>
                  </a:buClr>
                  <a:buSzPts val="1200"/>
                  <a:buFont typeface="Nunito Light"/>
                  <a:buChar char="■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FC800"/>
                  </a:buClr>
                  <a:buSzPts val="1200"/>
                  <a:buFont typeface="Nunito Light"/>
                  <a:buChar char="●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Nunito Light"/>
                  <a:buChar char="○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Nunito Light"/>
                  <a:buChar char="■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Nunito Light"/>
                  <a:buChar char="●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Nunito Light"/>
                  <a:buChar char="○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Nunito Light"/>
                  <a:buChar char="■"/>
                  <a:defRPr sz="14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9pPr>
              </a:lstStyle>
              <a:p>
                <a:pPr marL="0" indent="0">
                  <a:buFont typeface="Nunito Light"/>
                  <a:buNone/>
                </a:pPr>
                <a:endParaRPr lang="en-US" sz="1600" dirty="0"/>
              </a:p>
              <a:p>
                <a:pPr marL="0" indent="0">
                  <a:buFont typeface="Nunito Light"/>
                  <a:buNone/>
                </a:pPr>
                <a:r>
                  <a:rPr lang="en-US" sz="1600" dirty="0"/>
                  <a:t>Example (Addition):</a:t>
                </a:r>
              </a:p>
              <a:p>
                <a:pPr marL="0" indent="0">
                  <a:buFont typeface="Nunito Light"/>
                  <a:buNone/>
                </a:pPr>
                <a:endParaRPr lang="en-US" sz="1600" dirty="0"/>
              </a:p>
              <a:p>
                <a:pPr marL="0" indent="0">
                  <a:buFont typeface="Nunito Light"/>
                  <a:buNone/>
                </a:pPr>
                <a:r>
                  <a:rPr lang="en-US" sz="1600" dirty="0"/>
                  <a:t>eval(n, k):</a:t>
                </a:r>
              </a:p>
              <a:p>
                <a:pPr marL="0" indent="0">
                  <a:buFont typeface="Nunito Light"/>
                  <a:buNone/>
                </a:pPr>
                <a:r>
                  <a:rPr lang="en-US" sz="1600" dirty="0"/>
                  <a:t>If k == 0:</a:t>
                </a:r>
              </a:p>
              <a:p>
                <a:pPr marL="0" indent="0">
                  <a:buFont typeface="Nunito Light"/>
                  <a:buNone/>
                </a:pPr>
                <a:r>
                  <a:rPr lang="en-US" sz="1600" dirty="0"/>
                  <a:t>return n</a:t>
                </a:r>
              </a:p>
              <a:p>
                <a:pPr marL="0" indent="0">
                  <a:buFont typeface="Nunito Light"/>
                  <a:buNone/>
                </a:pPr>
                <a:r>
                  <a:rPr lang="en-US" sz="1600" dirty="0"/>
                  <a:t>else:</a:t>
                </a:r>
              </a:p>
              <a:p>
                <a:pPr marL="0" indent="0">
                  <a:buFont typeface="Nunito Light"/>
                  <a:buNone/>
                </a:pPr>
                <a:r>
                  <a:rPr lang="en-US" sz="1600" dirty="0"/>
                  <a:t>return eval(n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, k -1)</a:t>
                </a:r>
              </a:p>
            </p:txBody>
          </p:sp>
        </mc:Choice>
        <mc:Fallback xmlns="">
          <p:sp>
            <p:nvSpPr>
              <p:cNvPr id="2" name="Google Shape;296;p30">
                <a:extLst>
                  <a:ext uri="{FF2B5EF4-FFF2-40B4-BE49-F238E27FC236}">
                    <a16:creationId xmlns:a16="http://schemas.microsoft.com/office/drawing/2014/main" id="{FA68E0A6-6163-1D2B-9965-63D0156A1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279" y="1910400"/>
                <a:ext cx="4219468" cy="3233100"/>
              </a:xfrm>
              <a:prstGeom prst="rect">
                <a:avLst/>
              </a:prstGeom>
              <a:blipFill>
                <a:blip r:embed="rId4"/>
                <a:stretch>
                  <a:fillRect l="-8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4EDC07-62C5-06BC-7530-B5CC1DA33367}"/>
              </a:ext>
            </a:extLst>
          </p:cNvPr>
          <p:cNvSpPr txBox="1"/>
          <p:nvPr/>
        </p:nvSpPr>
        <p:spPr>
          <a:xfrm>
            <a:off x="190161" y="1689536"/>
            <a:ext cx="472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Quicksand" panose="020B0604020202020204" charset="0"/>
              </a:rPr>
              <a:t>Mathematical Semantics: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675C3-7EF3-4233-E13E-1AE456D70E63}"/>
              </a:ext>
            </a:extLst>
          </p:cNvPr>
          <p:cNvSpPr txBox="1"/>
          <p:nvPr/>
        </p:nvSpPr>
        <p:spPr>
          <a:xfrm>
            <a:off x="4572000" y="1700272"/>
            <a:ext cx="472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Quicksand" panose="020B0604020202020204" charset="0"/>
              </a:rPr>
              <a:t>Recursive Semantics: </a:t>
            </a:r>
          </a:p>
        </p:txBody>
      </p:sp>
    </p:spTree>
    <p:extLst>
      <p:ext uri="{BB962C8B-B14F-4D97-AF65-F5344CB8AC3E}">
        <p14:creationId xmlns:p14="http://schemas.microsoft.com/office/powerpoint/2010/main" val="190202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1E4B7223-9BA4-1F34-7BC5-368F9281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0DE6B51E-0A0F-786B-7E1B-90C5CA80FD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dirty="0"/>
              <a:t>Our language follows FUNCTIONAL PARADIGM:</a:t>
            </a:r>
          </a:p>
        </p:txBody>
      </p:sp>
      <p:sp>
        <p:nvSpPr>
          <p:cNvPr id="296" name="Google Shape;296;p30">
            <a:extLst>
              <a:ext uri="{FF2B5EF4-FFF2-40B4-BE49-F238E27FC236}">
                <a16:creationId xmlns:a16="http://schemas.microsoft.com/office/drawing/2014/main" id="{2EBCCBD6-B3B1-B930-45E9-9BD52C40E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5816" y="1818228"/>
            <a:ext cx="3831452" cy="20859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/>
              <a:t>1. IMMUTABILITY</a:t>
            </a:r>
          </a:p>
          <a:p>
            <a:pPr marL="0" lvl="0" indent="0">
              <a:buNone/>
            </a:pPr>
            <a:r>
              <a:rPr lang="en-US" dirty="0"/>
              <a:t>   - seed5 never changes into something else</a:t>
            </a:r>
          </a:p>
          <a:p>
            <a:pPr marL="0" lvl="0" indent="0">
              <a:buNone/>
            </a:pPr>
            <a:r>
              <a:rPr lang="en-US" dirty="0"/>
              <a:t>   - A NEW flower value is created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2. PURE FUNCTIONS</a:t>
            </a:r>
          </a:p>
          <a:p>
            <a:pPr marL="0" lvl="0" indent="0">
              <a:buNone/>
            </a:pPr>
            <a:r>
              <a:rPr lang="en-US" dirty="0"/>
              <a:t>   - seed5 +++&gt; 3flower always = 14</a:t>
            </a:r>
          </a:p>
          <a:p>
            <a:pPr marL="0" lvl="0" indent="0">
              <a:buNone/>
            </a:pPr>
            <a:r>
              <a:rPr lang="en-US" dirty="0"/>
              <a:t>   - No side effects, no global state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A5A50E55-26C9-E09D-6F15-148CFD21B1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Google Shape;296;p30">
            <a:extLst>
              <a:ext uri="{FF2B5EF4-FFF2-40B4-BE49-F238E27FC236}">
                <a16:creationId xmlns:a16="http://schemas.microsoft.com/office/drawing/2014/main" id="{14878616-D74C-36D4-BE3F-4B350BA1370F}"/>
              </a:ext>
            </a:extLst>
          </p:cNvPr>
          <p:cNvSpPr txBox="1">
            <a:spLocks/>
          </p:cNvSpPr>
          <p:nvPr/>
        </p:nvSpPr>
        <p:spPr>
          <a:xfrm>
            <a:off x="5116532" y="1818228"/>
            <a:ext cx="4853730" cy="208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b="1" dirty="0"/>
              <a:t>3. RECURSION (not loops)</a:t>
            </a:r>
          </a:p>
          <a:p>
            <a:pPr marL="0" indent="0">
              <a:buFont typeface="Nunito Light"/>
              <a:buNone/>
            </a:pPr>
            <a:r>
              <a:rPr lang="en-US" dirty="0"/>
              <a:t>   - Repetition implemented via recursion</a:t>
            </a:r>
          </a:p>
          <a:p>
            <a:pPr marL="0" indent="0">
              <a:buFont typeface="Nunito Light"/>
              <a:buNone/>
            </a:pPr>
            <a:r>
              <a:rPr lang="en-US" dirty="0"/>
              <a:t>   - No mutable loop counters</a:t>
            </a:r>
          </a:p>
          <a:p>
            <a:pPr marL="0" indent="0">
              <a:buFont typeface="Nunito Light"/>
              <a:buNone/>
            </a:pPr>
            <a:endParaRPr lang="en-US" dirty="0"/>
          </a:p>
          <a:p>
            <a:pPr marL="0" indent="0">
              <a:buFont typeface="Nunito Light"/>
              <a:buNone/>
            </a:pPr>
            <a:r>
              <a:rPr lang="en-US" b="1" dirty="0"/>
              <a:t>4. REFERENTIAL TRANSPARENCY</a:t>
            </a:r>
          </a:p>
          <a:p>
            <a:pPr marL="0" indent="0">
              <a:buFont typeface="Nunito Light"/>
              <a:buNone/>
            </a:pPr>
            <a:r>
              <a:rPr lang="en-US" dirty="0"/>
              <a:t>   - Any expression = its value</a:t>
            </a:r>
          </a:p>
          <a:p>
            <a:pPr marL="0" indent="0">
              <a:buFont typeface="Nunito Light"/>
              <a:buNone/>
            </a:pPr>
            <a:r>
              <a:rPr lang="en-US" dirty="0"/>
              <a:t>   - Can substitute without changing meaning</a:t>
            </a:r>
          </a:p>
          <a:p>
            <a:pPr marL="0" indent="0">
              <a:buFont typeface="Nunito Light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6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16E892C0-6C5C-43C5-157B-13E9C80D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2ABD35FC-E4A8-D8EA-F284-50A8CE3D52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Implementation Architecture</a:t>
            </a:r>
          </a:p>
        </p:txBody>
      </p:sp>
      <p:sp>
        <p:nvSpPr>
          <p:cNvPr id="296" name="Google Shape;296;p30">
            <a:extLst>
              <a:ext uri="{FF2B5EF4-FFF2-40B4-BE49-F238E27FC236}">
                <a16:creationId xmlns:a16="http://schemas.microsoft.com/office/drawing/2014/main" id="{7967C800-ECB6-2C5B-9FB4-CD578079B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0266" y="1528774"/>
            <a:ext cx="3831452" cy="20859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500" b="1" dirty="0"/>
              <a:t>Four components: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SOURCE CODE</a:t>
            </a:r>
          </a:p>
          <a:p>
            <a:pPr marL="0" lvl="0" indent="0">
              <a:buNone/>
            </a:pPr>
            <a:r>
              <a:rPr lang="en-US" dirty="0"/>
              <a:t>    ↓</a:t>
            </a:r>
          </a:p>
          <a:p>
            <a:pPr marL="0" lvl="0" indent="0">
              <a:buNone/>
            </a:pPr>
            <a:r>
              <a:rPr lang="en-US" dirty="0"/>
              <a:t>LEXER (Tokenization)</a:t>
            </a:r>
          </a:p>
          <a:p>
            <a:pPr marL="0" lvl="0" indent="0">
              <a:buNone/>
            </a:pPr>
            <a:r>
              <a:rPr lang="en-US" dirty="0"/>
              <a:t>    ↓</a:t>
            </a:r>
          </a:p>
          <a:p>
            <a:pPr marL="0" lvl="0" indent="0">
              <a:buNone/>
            </a:pPr>
            <a:r>
              <a:rPr lang="en-US" dirty="0"/>
              <a:t>PARSER (AST Construction - CFG based)</a:t>
            </a:r>
          </a:p>
          <a:p>
            <a:pPr marL="0" lvl="0" indent="0">
              <a:buNone/>
            </a:pPr>
            <a:r>
              <a:rPr lang="en-US" dirty="0"/>
              <a:t>    ↓</a:t>
            </a:r>
          </a:p>
          <a:p>
            <a:pPr marL="0" lvl="0" indent="0">
              <a:buNone/>
            </a:pPr>
            <a:r>
              <a:rPr lang="en-US" dirty="0"/>
              <a:t>INTERPRETER (Recursive Evaluation)</a:t>
            </a:r>
          </a:p>
          <a:p>
            <a:pPr marL="0" lvl="0" indent="0">
              <a:buNone/>
            </a:pPr>
            <a:r>
              <a:rPr lang="en-US" dirty="0"/>
              <a:t>    ↓</a:t>
            </a:r>
          </a:p>
          <a:p>
            <a:pPr marL="0" lvl="0" indent="0">
              <a:buNone/>
            </a:pPr>
            <a:r>
              <a:rPr lang="en-US" dirty="0"/>
              <a:t>RESULT</a:t>
            </a:r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79B04443-AE05-BA45-82CD-094705D789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Google Shape;296;p30">
            <a:extLst>
              <a:ext uri="{FF2B5EF4-FFF2-40B4-BE49-F238E27FC236}">
                <a16:creationId xmlns:a16="http://schemas.microsoft.com/office/drawing/2014/main" id="{BC193521-369F-068C-7FCB-BCFCA653239A}"/>
              </a:ext>
            </a:extLst>
          </p:cNvPr>
          <p:cNvSpPr txBox="1">
            <a:spLocks/>
          </p:cNvSpPr>
          <p:nvPr/>
        </p:nvSpPr>
        <p:spPr>
          <a:xfrm>
            <a:off x="4784334" y="1329174"/>
            <a:ext cx="4853730" cy="208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1500" b="1" dirty="0"/>
              <a:t>Implementation: Python 3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- Chosen for readability and fast prototyping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- Lexer uses regex patterns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- Parser uses recursive descent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- Interpreter uses recursive evaluation</a:t>
            </a:r>
          </a:p>
        </p:txBody>
      </p:sp>
    </p:spTree>
    <p:extLst>
      <p:ext uri="{BB962C8B-B14F-4D97-AF65-F5344CB8AC3E}">
        <p14:creationId xmlns:p14="http://schemas.microsoft.com/office/powerpoint/2010/main" val="278560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2E7BE1FC-C958-9141-0454-046C841B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C4C0E446-FFA2-8ADD-8F85-1870BAC84E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Grammar (CFG)</a:t>
            </a:r>
          </a:p>
        </p:txBody>
      </p:sp>
      <p:sp>
        <p:nvSpPr>
          <p:cNvPr id="296" name="Google Shape;296;p30">
            <a:extLst>
              <a:ext uri="{FF2B5EF4-FFF2-40B4-BE49-F238E27FC236}">
                <a16:creationId xmlns:a16="http://schemas.microsoft.com/office/drawing/2014/main" id="{AF13E529-7D0A-EB98-7C97-1115CD897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6483" y="1556591"/>
            <a:ext cx="3831452" cy="2706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Terminals:</a:t>
            </a:r>
          </a:p>
          <a:p>
            <a:pPr marL="0" lvl="0" indent="0">
              <a:buNone/>
            </a:pPr>
            <a:endParaRPr lang="en-US" sz="900" b="1" dirty="0"/>
          </a:p>
          <a:p>
            <a:pPr marL="0" lvl="0" indent="0">
              <a:buNone/>
            </a:pPr>
            <a:r>
              <a:rPr lang="en-US" b="1" dirty="0"/>
              <a:t>Entities: </a:t>
            </a:r>
            <a:r>
              <a:rPr lang="en-US" dirty="0"/>
              <a:t>seed, grow, cut, split, flower, leaf, tree, root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Operators: </a:t>
            </a:r>
            <a:r>
              <a:rPr lang="en-US" dirty="0"/>
              <a:t>+, -, *, /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Special symbol: </a:t>
            </a:r>
            <a:r>
              <a:rPr lang="en-US" dirty="0"/>
              <a:t>&gt;  [ ] ,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-US" b="1" dirty="0"/>
              <a:t>Digits: </a:t>
            </a:r>
            <a:r>
              <a:rPr lang="en-US" dirty="0"/>
              <a:t>0 1 2 3 4 5 6 7 8 9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Start symbol: </a:t>
            </a:r>
            <a:r>
              <a:rPr lang="en-US" dirty="0"/>
              <a:t>&lt;program&gt;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48B00382-96D2-7D77-EE09-759DCDB0D7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Google Shape;296;p30">
            <a:extLst>
              <a:ext uri="{FF2B5EF4-FFF2-40B4-BE49-F238E27FC236}">
                <a16:creationId xmlns:a16="http://schemas.microsoft.com/office/drawing/2014/main" id="{9B8E5E86-2C4E-DAC3-DADE-98E1BC7B65FD}"/>
              </a:ext>
            </a:extLst>
          </p:cNvPr>
          <p:cNvSpPr txBox="1">
            <a:spLocks/>
          </p:cNvSpPr>
          <p:nvPr/>
        </p:nvSpPr>
        <p:spPr>
          <a:xfrm>
            <a:off x="3892837" y="1323649"/>
            <a:ext cx="5148614" cy="3446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800" b="1" dirty="0"/>
              <a:t>Non-terminals:</a:t>
            </a:r>
          </a:p>
          <a:p>
            <a:pPr marL="0" indent="0">
              <a:buNone/>
            </a:pPr>
            <a:endParaRPr lang="en-US" sz="900" b="1" dirty="0"/>
          </a:p>
          <a:p>
            <a:pPr marL="0" indent="0">
              <a:buNone/>
            </a:pPr>
            <a:r>
              <a:rPr lang="en-US" dirty="0"/>
              <a:t>&lt;program&gt;, &lt;statement&gt;, &lt;</a:t>
            </a:r>
            <a:r>
              <a:rPr lang="en-US" dirty="0" err="1"/>
              <a:t>arith_expr</a:t>
            </a:r>
            <a:r>
              <a:rPr lang="en-US" dirty="0"/>
              <a:t>&gt;, &lt;</a:t>
            </a:r>
            <a:r>
              <a:rPr lang="en-US" dirty="0" err="1"/>
              <a:t>func_call</a:t>
            </a:r>
            <a:r>
              <a:rPr lang="en-US" dirty="0"/>
              <a:t>&gt;, &lt;</a:t>
            </a:r>
            <a:r>
              <a:rPr lang="en-US" dirty="0" err="1"/>
              <a:t>entity_open</a:t>
            </a:r>
            <a:r>
              <a:rPr lang="en-US" dirty="0"/>
              <a:t>&gt;, &lt;</a:t>
            </a:r>
            <a:r>
              <a:rPr lang="en-US" dirty="0" err="1"/>
              <a:t>entity_close</a:t>
            </a:r>
            <a:r>
              <a:rPr lang="en-US" dirty="0"/>
              <a:t>&gt;, &lt;</a:t>
            </a:r>
            <a:r>
              <a:rPr lang="en-US" dirty="0" err="1"/>
              <a:t>op_seq</a:t>
            </a:r>
            <a:r>
              <a:rPr lang="en-US" dirty="0"/>
              <a:t>&gt;, &lt;op&gt;,  &lt;</a:t>
            </a:r>
            <a:r>
              <a:rPr lang="en-US" dirty="0" err="1"/>
              <a:t>func_name</a:t>
            </a:r>
            <a:r>
              <a:rPr lang="en-US" dirty="0"/>
              <a:t>&gt;, &lt;</a:t>
            </a:r>
            <a:r>
              <a:rPr lang="en-US" dirty="0" err="1"/>
              <a:t>arg_list</a:t>
            </a:r>
            <a:r>
              <a:rPr lang="en-US" dirty="0"/>
              <a:t>&gt;, &lt;</a:t>
            </a:r>
            <a:r>
              <a:rPr lang="en-US" dirty="0" err="1"/>
              <a:t>args</a:t>
            </a:r>
            <a:r>
              <a:rPr lang="en-US" dirty="0"/>
              <a:t>&gt;, &lt;number&gt;, &lt;digit&gt; </a:t>
            </a:r>
            <a:endParaRPr lang="en-US" b="1" dirty="0"/>
          </a:p>
          <a:p>
            <a:pPr marL="0" indent="0">
              <a:buNone/>
            </a:pPr>
            <a:endParaRPr lang="ar-AE" sz="1600" b="1" dirty="0"/>
          </a:p>
        </p:txBody>
      </p:sp>
    </p:spTree>
    <p:extLst>
      <p:ext uri="{BB962C8B-B14F-4D97-AF65-F5344CB8AC3E}">
        <p14:creationId xmlns:p14="http://schemas.microsoft.com/office/powerpoint/2010/main" val="306980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662435A4-81EE-BAC7-3993-6BA4FF4B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8BA1A76A-0CC4-55C4-6620-1E99171636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Production Rules:</a:t>
            </a:r>
            <a:endParaRPr lang="en-US" dirty="0"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5E8F6388-9DE5-8B35-6D6F-A190AC9D12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AD3925-7E42-1B73-10AC-476B0BD92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650" y="1346075"/>
            <a:ext cx="7704000" cy="3035425"/>
          </a:xfrm>
        </p:spPr>
        <p:txBody>
          <a:bodyPr/>
          <a:lstStyle/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&lt;program&gt; → &lt;statement&gt;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&lt;statement&gt; → &lt;</a:t>
            </a:r>
            <a:r>
              <a:rPr lang="en-US" dirty="0" err="1"/>
              <a:t>arith_expr</a:t>
            </a:r>
            <a:r>
              <a:rPr lang="en-US" dirty="0"/>
              <a:t>&gt; | &lt;</a:t>
            </a:r>
            <a:r>
              <a:rPr lang="en-US" dirty="0" err="1"/>
              <a:t>func_call</a:t>
            </a:r>
            <a:r>
              <a:rPr lang="en-US" dirty="0"/>
              <a:t>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arith_expr</a:t>
            </a:r>
            <a:r>
              <a:rPr lang="en-US" dirty="0"/>
              <a:t>&gt; → &lt;</a:t>
            </a:r>
            <a:r>
              <a:rPr lang="en-US" dirty="0" err="1"/>
              <a:t>entity_open</a:t>
            </a:r>
            <a:r>
              <a:rPr lang="en-US" dirty="0"/>
              <a:t>&gt; &lt;number&gt; &lt;</a:t>
            </a:r>
            <a:r>
              <a:rPr lang="en-US" dirty="0" err="1"/>
              <a:t>op_seq</a:t>
            </a:r>
            <a:r>
              <a:rPr lang="en-US" dirty="0"/>
              <a:t>&gt; &gt; &lt;number&gt; &lt;</a:t>
            </a:r>
            <a:r>
              <a:rPr lang="en-US" dirty="0" err="1"/>
              <a:t>entity_close</a:t>
            </a:r>
            <a:r>
              <a:rPr lang="en-US" dirty="0"/>
              <a:t>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entity_open</a:t>
            </a:r>
            <a:r>
              <a:rPr lang="en-US" dirty="0"/>
              <a:t>&gt; → seed | cut | grow | split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entity_close</a:t>
            </a:r>
            <a:r>
              <a:rPr lang="en-US" dirty="0"/>
              <a:t>&gt; → flower | leaf | tree | root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op_seq</a:t>
            </a:r>
            <a:r>
              <a:rPr lang="en-US" dirty="0"/>
              <a:t>&gt; → &lt;op&gt; | &lt;op&gt; &lt;</a:t>
            </a:r>
            <a:r>
              <a:rPr lang="en-US" dirty="0" err="1"/>
              <a:t>op_seq</a:t>
            </a:r>
            <a:r>
              <a:rPr lang="en-US" dirty="0"/>
              <a:t>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&lt;op&gt; → + | - | * | /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func_call</a:t>
            </a:r>
            <a:r>
              <a:rPr lang="en-US" dirty="0"/>
              <a:t>&gt; → &lt;</a:t>
            </a:r>
            <a:r>
              <a:rPr lang="en-US" dirty="0" err="1"/>
              <a:t>func_name</a:t>
            </a:r>
            <a:r>
              <a:rPr lang="en-US" dirty="0"/>
              <a:t>&gt; [ &lt;</a:t>
            </a:r>
            <a:r>
              <a:rPr lang="en-US" dirty="0" err="1"/>
              <a:t>arg_list</a:t>
            </a:r>
            <a:r>
              <a:rPr lang="en-US" dirty="0"/>
              <a:t>&gt; ] | flourish [ &lt;</a:t>
            </a:r>
            <a:r>
              <a:rPr lang="en-US" dirty="0" err="1"/>
              <a:t>arg_list</a:t>
            </a:r>
            <a:r>
              <a:rPr lang="en-US" dirty="0"/>
              <a:t>&gt; ] &lt;number&gt;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func_name</a:t>
            </a:r>
            <a:r>
              <a:rPr lang="en-US" dirty="0"/>
              <a:t>&gt; → propagate | harvest | bloom | wither | average | sort | uproot | unique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arg_list</a:t>
            </a:r>
            <a:r>
              <a:rPr lang="en-US" dirty="0"/>
              <a:t>&gt; → </a:t>
            </a:r>
            <a:r>
              <a:rPr lang="el-GR" dirty="0"/>
              <a:t>ε | &lt;</a:t>
            </a:r>
            <a:r>
              <a:rPr lang="en-US" dirty="0" err="1"/>
              <a:t>args</a:t>
            </a:r>
            <a:r>
              <a:rPr lang="en-US" dirty="0"/>
              <a:t>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</a:t>
            </a:r>
            <a:r>
              <a:rPr lang="en-US" dirty="0" err="1"/>
              <a:t>args</a:t>
            </a:r>
            <a:r>
              <a:rPr lang="en-US" dirty="0"/>
              <a:t>&gt; → &lt;number&gt; | &lt;number&gt; , &lt;</a:t>
            </a:r>
            <a:r>
              <a:rPr lang="en-US" dirty="0" err="1"/>
              <a:t>args</a:t>
            </a:r>
            <a:r>
              <a:rPr lang="en-US" dirty="0"/>
              <a:t>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&lt;number&gt; → &lt;digit&gt; | &lt;digit&gt; &lt;number&gt;</a:t>
            </a:r>
          </a:p>
          <a:p>
            <a:pPr marL="177800" indent="0">
              <a:lnSpc>
                <a:spcPct val="100000"/>
              </a:lnSpc>
              <a:buNone/>
            </a:pPr>
            <a:r>
              <a:rPr lang="en-US" dirty="0"/>
              <a:t>&lt;digit&gt; → 0 | 1 | 2 | 3 | 4 | 5 | 6 | 7 | 8 | 9</a:t>
            </a:r>
          </a:p>
        </p:txBody>
      </p:sp>
    </p:spTree>
    <p:extLst>
      <p:ext uri="{BB962C8B-B14F-4D97-AF65-F5344CB8AC3E}">
        <p14:creationId xmlns:p14="http://schemas.microsoft.com/office/powerpoint/2010/main" val="4173338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380E2CEC-C5A8-E687-6DE9-DB4AB1A2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6F36F8B5-B73D-1460-895C-51DE7B4C2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Lexer Example</a:t>
            </a:r>
          </a:p>
        </p:txBody>
      </p:sp>
      <p:sp>
        <p:nvSpPr>
          <p:cNvPr id="296" name="Google Shape;296;p30">
            <a:extLst>
              <a:ext uri="{FF2B5EF4-FFF2-40B4-BE49-F238E27FC236}">
                <a16:creationId xmlns:a16="http://schemas.microsoft.com/office/drawing/2014/main" id="{0D03463A-70D2-50F1-4CD5-E016D5B77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9038" y="2518283"/>
            <a:ext cx="3194775" cy="572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 latinLnBrk="1">
              <a:buNone/>
            </a:pPr>
            <a:r>
              <a:rPr lang="en-US" b="1" dirty="0"/>
              <a:t>Input: </a:t>
            </a:r>
            <a:r>
              <a:rPr lang="en-US" dirty="0"/>
              <a:t>seed5 +++&gt; 3flower</a:t>
            </a:r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  <a:p>
            <a:pPr marL="177800" indent="0" latinLnBrk="1">
              <a:buNone/>
            </a:pPr>
            <a:endParaRPr lang="en-US" dirty="0"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542B0625-DE52-ECF7-DADA-EB7693C84C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7EED3A-9542-B919-00D0-410D87EE3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16934"/>
              </p:ext>
            </p:extLst>
          </p:nvPr>
        </p:nvGraphicFramePr>
        <p:xfrm>
          <a:off x="3993861" y="1189422"/>
          <a:ext cx="4288126" cy="3241755"/>
        </p:xfrm>
        <a:graphic>
          <a:graphicData uri="http://schemas.openxmlformats.org/drawingml/2006/table">
            <a:tbl>
              <a:tblPr>
                <a:tableStyleId>{3AA0370D-0604-4097-8FA3-C97D30F9D87C}</a:tableStyleId>
              </a:tblPr>
              <a:tblGrid>
                <a:gridCol w="2144063">
                  <a:extLst>
                    <a:ext uri="{9D8B030D-6E8A-4147-A177-3AD203B41FA5}">
                      <a16:colId xmlns:a16="http://schemas.microsoft.com/office/drawing/2014/main" val="3229113219"/>
                    </a:ext>
                  </a:extLst>
                </a:gridCol>
                <a:gridCol w="2144063">
                  <a:extLst>
                    <a:ext uri="{9D8B030D-6E8A-4147-A177-3AD203B41FA5}">
                      <a16:colId xmlns:a16="http://schemas.microsoft.com/office/drawing/2014/main" val="3290110400"/>
                    </a:ext>
                  </a:extLst>
                </a:gridCol>
              </a:tblGrid>
              <a:tr h="368779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Mulish"/>
                          <a:sym typeface="Mulish"/>
                        </a:rPr>
                        <a:t>Token Type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Mulish"/>
                          <a:sym typeface="Mulish"/>
                        </a:rPr>
                        <a:t>Value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891418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START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seed </a:t>
                      </a:r>
                      <a:endParaRPr lang="en-US" sz="14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110899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NUM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5 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90548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OP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+ </a:t>
                      </a:r>
                      <a:endParaRPr lang="en-US" sz="14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463392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OP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+ </a:t>
                      </a:r>
                      <a:endParaRPr lang="en-US" sz="14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184425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OP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+ </a:t>
                      </a:r>
                      <a:endParaRPr lang="en-US" sz="14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020402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ARROW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&gt; </a:t>
                      </a:r>
                      <a:endParaRPr lang="en-US" sz="14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445988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NUM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3 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41200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END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flower </a:t>
                      </a:r>
                      <a:endParaRPr lang="en-US" sz="14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44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BCE78B69-74D7-8D0E-E703-9FF1D597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7A2D1D66-1F5E-BE64-79CE-2E2249865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Abstract Syntax Tree</a:t>
            </a:r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465AD178-2B63-B1E9-C832-B4B89DCF7F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F3986E-4A4A-DE08-5587-39BF06008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317389"/>
              </p:ext>
            </p:extLst>
          </p:nvPr>
        </p:nvGraphicFramePr>
        <p:xfrm>
          <a:off x="2159302" y="1190617"/>
          <a:ext cx="4679648" cy="3412995"/>
        </p:xfrm>
        <a:graphic>
          <a:graphicData uri="http://schemas.openxmlformats.org/drawingml/2006/table">
            <a:tbl>
              <a:tblPr>
                <a:tableStyleId>{3AA0370D-0604-4097-8FA3-C97D30F9D87C}</a:tableStyleId>
              </a:tblPr>
              <a:tblGrid>
                <a:gridCol w="2339824">
                  <a:extLst>
                    <a:ext uri="{9D8B030D-6E8A-4147-A177-3AD203B41FA5}">
                      <a16:colId xmlns:a16="http://schemas.microsoft.com/office/drawing/2014/main" val="3494372379"/>
                    </a:ext>
                  </a:extLst>
                </a:gridCol>
                <a:gridCol w="2339824">
                  <a:extLst>
                    <a:ext uri="{9D8B030D-6E8A-4147-A177-3AD203B41FA5}">
                      <a16:colId xmlns:a16="http://schemas.microsoft.com/office/drawing/2014/main" val="3575517362"/>
                    </a:ext>
                  </a:extLst>
                </a:gridCol>
              </a:tblGrid>
              <a:tr h="318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 expression</a:t>
                      </a:r>
                      <a:r>
                        <a:rPr lang="en-US" sz="1300" b="0" dirty="0">
                          <a:effectLst/>
                        </a:rPr>
                        <a:t> </a:t>
                      </a:r>
                      <a:endParaRPr lang="en-US" sz="1300" b="0" i="0" dirty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AST tuple produced</a:t>
                      </a:r>
                      <a:r>
                        <a:rPr lang="en-US" sz="1300" b="0" dirty="0">
                          <a:effectLst/>
                        </a:rPr>
                        <a:t> </a:t>
                      </a:r>
                      <a:endParaRPr lang="en-US" sz="1300" b="0" i="0" dirty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787611567"/>
                  </a:ext>
                </a:extLst>
              </a:tr>
              <a:tr h="318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seed 5 +++&gt; 3 flower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('ADD', 5, 3, 3)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3111072276"/>
                  </a:ext>
                </a:extLst>
              </a:tr>
              <a:tr h="258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seed 5 +&gt; 3 flower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('ADD', 5, 1, 3)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345828580"/>
                  </a:ext>
                </a:extLst>
              </a:tr>
              <a:tr h="258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cut 10 --&gt; 2 leaf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('SUB', 10, 2, 2)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875995790"/>
                  </a:ext>
                </a:extLst>
              </a:tr>
              <a:tr h="258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grow 2 **&gt; 3 tree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('MUL', 2, 2, 3)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826796266"/>
                  </a:ext>
                </a:extLst>
              </a:tr>
              <a:tr h="258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dirty="0">
                          <a:effectLst/>
                        </a:rPr>
                        <a:t>split 12 //&gt; 3 root </a:t>
                      </a:r>
                      <a:endParaRPr lang="en-US" sz="1100" b="0" i="0" dirty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('DIV', 12, 2, 3)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2557460686"/>
                  </a:ext>
                </a:extLst>
              </a:tr>
              <a:tr h="318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harvest [1, 2, 3]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('FUNC', 'harvest', [1,2,3], None)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2227158724"/>
                  </a:ext>
                </a:extLst>
              </a:tr>
              <a:tr h="46485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propagate [4, 5]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('FUNC', 'propagate', [4,5], None)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1154529633"/>
                  </a:ext>
                </a:extLst>
              </a:tr>
              <a:tr h="318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flourish [5, 2, 8, 1] 4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('FUNC', 'flourish', [5,2,8,1], 4)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1143242318"/>
                  </a:ext>
                </a:extLst>
              </a:tr>
              <a:tr h="318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sort [3, 1, 4, 1, 5]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>
                          <a:effectLst/>
                        </a:rPr>
                        <a:t>('FUNC', 'sort', [3,1,4,1,5], None) </a:t>
                      </a:r>
                      <a:endParaRPr lang="en-US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2655300511"/>
                  </a:ext>
                </a:extLst>
              </a:tr>
              <a:tr h="318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050" b="0">
                          <a:effectLst/>
                        </a:rPr>
                        <a:t>unique [1, 2, 1, 3, 2] </a:t>
                      </a:r>
                      <a:endParaRPr lang="fr-FR" sz="1100" b="0" i="0">
                        <a:effectLst/>
                      </a:endParaRPr>
                    </a:p>
                  </a:txBody>
                  <a:tcPr marL="66624" marR="66624" marT="33312" marB="33312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1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dirty="0">
                          <a:effectLst/>
                        </a:rPr>
                        <a:t>('FUNC', 'unique', [1,2,1,3,2], None) </a:t>
                      </a:r>
                      <a:endParaRPr lang="en-US" sz="1100" b="0" i="0" dirty="0">
                        <a:effectLst/>
                      </a:endParaRPr>
                    </a:p>
                  </a:txBody>
                  <a:tcPr marL="66624" marR="66624" marT="33312" marB="33312"/>
                </a:tc>
                <a:extLst>
                  <a:ext uri="{0D108BD9-81ED-4DB2-BD59-A6C34878D82A}">
                    <a16:rowId xmlns:a16="http://schemas.microsoft.com/office/drawing/2014/main" val="273535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12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9A82E5EE-2A7A-3C2F-6628-6696A0AE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92A1FCF2-CF13-DA80-8B1E-D45F8FD68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Built-in Functions (Nature-themed):</a:t>
            </a:r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0595CA72-CC89-E5CB-ECD8-43C23BC96C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Google Shape;296;p30">
            <a:extLst>
              <a:ext uri="{FF2B5EF4-FFF2-40B4-BE49-F238E27FC236}">
                <a16:creationId xmlns:a16="http://schemas.microsoft.com/office/drawing/2014/main" id="{576E8255-F3A0-3112-946E-C4CEE58D3087}"/>
              </a:ext>
            </a:extLst>
          </p:cNvPr>
          <p:cNvSpPr txBox="1">
            <a:spLocks/>
          </p:cNvSpPr>
          <p:nvPr/>
        </p:nvSpPr>
        <p:spPr>
          <a:xfrm>
            <a:off x="951171" y="1350754"/>
            <a:ext cx="4196184" cy="208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harvest [list] → sum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bloom [list] → maximum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wither [list] → minimum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sort [list] → ascending order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unique [list] → remove duplicates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flourish [list] N → keep &gt; N</a:t>
            </a:r>
          </a:p>
        </p:txBody>
      </p:sp>
    </p:spTree>
    <p:extLst>
      <p:ext uri="{BB962C8B-B14F-4D97-AF65-F5344CB8AC3E}">
        <p14:creationId xmlns:p14="http://schemas.microsoft.com/office/powerpoint/2010/main" val="1014907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7A551ECC-9B34-9010-0457-14888955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A0C2FC7F-C22D-DD72-B341-97B89E7E8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2B310335-21BD-A997-D9F4-59DB40DD13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Google Shape;296;p30">
            <a:extLst>
              <a:ext uri="{FF2B5EF4-FFF2-40B4-BE49-F238E27FC236}">
                <a16:creationId xmlns:a16="http://schemas.microsoft.com/office/drawing/2014/main" id="{CD0287BA-AD14-152F-1C3C-EF08166191E0}"/>
              </a:ext>
            </a:extLst>
          </p:cNvPr>
          <p:cNvSpPr txBox="1">
            <a:spLocks/>
          </p:cNvSpPr>
          <p:nvPr/>
        </p:nvSpPr>
        <p:spPr>
          <a:xfrm>
            <a:off x="375816" y="1818228"/>
            <a:ext cx="4196184" cy="208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>
              <a:buNone/>
            </a:pPr>
            <a:r>
              <a:rPr lang="en-US" sz="1600" b="1" dirty="0"/>
              <a:t>Current Limitations:</a:t>
            </a:r>
          </a:p>
          <a:p>
            <a:pPr marL="0" lvl="0" indent="0">
              <a:buNone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 variables - can't store values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 parentheses - limited expressions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Only numbers - no strings or </a:t>
            </a:r>
            <a:r>
              <a:rPr lang="en-US" dirty="0" err="1"/>
              <a:t>booleans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 user-defined functions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 control flow (if/else/while)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Minimal error messages</a:t>
            </a:r>
          </a:p>
          <a:p>
            <a:pPr marL="0" indent="0">
              <a:buFont typeface="Nunito Light"/>
              <a:buNone/>
            </a:pPr>
            <a:endParaRPr lang="en-US" dirty="0"/>
          </a:p>
        </p:txBody>
      </p:sp>
      <p:sp>
        <p:nvSpPr>
          <p:cNvPr id="3" name="Google Shape;296;p30">
            <a:extLst>
              <a:ext uri="{FF2B5EF4-FFF2-40B4-BE49-F238E27FC236}">
                <a16:creationId xmlns:a16="http://schemas.microsoft.com/office/drawing/2014/main" id="{5E6CC3DA-954D-9C74-0BCC-8D616B933205}"/>
              </a:ext>
            </a:extLst>
          </p:cNvPr>
          <p:cNvSpPr txBox="1">
            <a:spLocks/>
          </p:cNvSpPr>
          <p:nvPr/>
        </p:nvSpPr>
        <p:spPr>
          <a:xfrm>
            <a:off x="4515494" y="1818228"/>
            <a:ext cx="4853730" cy="278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>
              <a:buNone/>
            </a:pPr>
            <a:r>
              <a:rPr lang="en-US" sz="1600" b="1" dirty="0"/>
              <a:t>Future Work:</a:t>
            </a:r>
          </a:p>
          <a:p>
            <a:pPr marL="0" lvl="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assignment and lookup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Parentheses and operator precedence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input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error reporting with line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flow constructs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reserved built-in functions (prune and absorb).</a:t>
            </a:r>
          </a:p>
        </p:txBody>
      </p:sp>
    </p:spTree>
    <p:extLst>
      <p:ext uri="{BB962C8B-B14F-4D97-AF65-F5344CB8AC3E}">
        <p14:creationId xmlns:p14="http://schemas.microsoft.com/office/powerpoint/2010/main" val="352092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0CE75342-4E41-C4B8-3A44-054349FC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B7F9E086-7500-35F5-79ED-E29D0FEFD3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650" y="1576775"/>
            <a:ext cx="7704000" cy="1989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latinLnBrk="1"/>
            <a:r>
              <a:rPr lang="en-US" dirty="0"/>
              <a:t>Theoretical part complete.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Now switching to live demonstration</a:t>
            </a:r>
            <a:br>
              <a:rPr lang="en-US" b="0" dirty="0"/>
            </a:br>
            <a:endParaRPr lang="en-US" dirty="0"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2E0D9C50-B3FC-369C-1673-A683CCD186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38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>
            <a:spLocks noGrp="1"/>
          </p:cNvSpPr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 you for listening</a:t>
            </a:r>
            <a:endParaRPr sz="4000" dirty="0">
              <a:solidFill>
                <a:schemeClr val="dk2"/>
              </a:solidFill>
            </a:endParaRPr>
          </a:p>
        </p:txBody>
      </p:sp>
      <p:sp>
        <p:nvSpPr>
          <p:cNvPr id="398" name="Google Shape;398;p3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cxnSp>
        <p:nvCxnSpPr>
          <p:cNvPr id="399" name="Google Shape;399;p39"/>
          <p:cNvCxnSpPr/>
          <p:nvPr/>
        </p:nvCxnSpPr>
        <p:spPr>
          <a:xfrm>
            <a:off x="813900" y="1874675"/>
            <a:ext cx="7516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00" name="Google Shape;400;p39"/>
          <p:cNvCxnSpPr/>
          <p:nvPr/>
        </p:nvCxnSpPr>
        <p:spPr>
          <a:xfrm>
            <a:off x="813900" y="3268825"/>
            <a:ext cx="7516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01" name="Google Shape;401;p39"/>
          <p:cNvSpPr/>
          <p:nvPr/>
        </p:nvSpPr>
        <p:spPr>
          <a:xfrm>
            <a:off x="891838" y="245205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9"/>
          <p:cNvSpPr/>
          <p:nvPr/>
        </p:nvSpPr>
        <p:spPr>
          <a:xfrm>
            <a:off x="8012763" y="245205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13634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1157</Words>
  <Application>Microsoft Office PowerPoint</Application>
  <PresentationFormat>On-screen Show (16:9)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Cambria Math</vt:lpstr>
      <vt:lpstr>quote-cjk-patch</vt:lpstr>
      <vt:lpstr>Mulish</vt:lpstr>
      <vt:lpstr>Nunito Light</vt:lpstr>
      <vt:lpstr>Arial</vt:lpstr>
      <vt:lpstr>Quicksand</vt:lpstr>
      <vt:lpstr>Elegant Bachelor Thesis by Slidesgo</vt:lpstr>
      <vt:lpstr>HerbLang</vt:lpstr>
      <vt:lpstr>Concept Overview</vt:lpstr>
      <vt:lpstr>Syntax and Entities meaning:</vt:lpstr>
      <vt:lpstr>Examples</vt:lpstr>
      <vt:lpstr>Semantics</vt:lpstr>
      <vt:lpstr>Our language follows FUNCTIONAL PARADIGM:</vt:lpstr>
      <vt:lpstr>Implementation Architecture</vt:lpstr>
      <vt:lpstr>Grammar (CFG)</vt:lpstr>
      <vt:lpstr>Production Rules:</vt:lpstr>
      <vt:lpstr>Lexer Example</vt:lpstr>
      <vt:lpstr>Abstract Syntax Tree</vt:lpstr>
      <vt:lpstr>Built-in Functions (Nature-themed):</vt:lpstr>
      <vt:lpstr>Limitations &amp; Future Work</vt:lpstr>
      <vt:lpstr>Theoretical part complete.  Now switching to live demonstration 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Hasna Abdul hay</cp:lastModifiedBy>
  <cp:revision>3</cp:revision>
  <dcterms:modified xsi:type="dcterms:W3CDTF">2026-05-31T10:25:57Z</dcterms:modified>
</cp:coreProperties>
</file>